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2" r:id="rId10"/>
    <p:sldId id="271" r:id="rId11"/>
    <p:sldId id="273" r:id="rId12"/>
    <p:sldId id="274" r:id="rId13"/>
    <p:sldId id="268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F89563-FE4A-42CA-8617-B49988F917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396E11-9430-4E7C-8F29-D6D8C7ABC7B6}">
      <dgm:prSet/>
      <dgm:spPr/>
      <dgm:t>
        <a:bodyPr/>
        <a:lstStyle/>
        <a:p>
          <a:r>
            <a:rPr lang="fr-FR" b="0" i="0" dirty="0"/>
            <a:t>1 Présentation de la société Emasolar</a:t>
          </a:r>
          <a:endParaRPr lang="en-US" dirty="0"/>
        </a:p>
      </dgm:t>
    </dgm:pt>
    <dgm:pt modelId="{971AF3C8-5C38-4476-BC52-42A54E342729}" type="parTrans" cxnId="{8F34F8AF-986D-481F-8034-F3BD0967502F}">
      <dgm:prSet/>
      <dgm:spPr/>
      <dgm:t>
        <a:bodyPr/>
        <a:lstStyle/>
        <a:p>
          <a:endParaRPr lang="en-US"/>
        </a:p>
      </dgm:t>
    </dgm:pt>
    <dgm:pt modelId="{E1996FCD-8A9D-4BEA-A72E-16EA28699DAB}" type="sibTrans" cxnId="{8F34F8AF-986D-481F-8034-F3BD0967502F}">
      <dgm:prSet/>
      <dgm:spPr/>
      <dgm:t>
        <a:bodyPr/>
        <a:lstStyle/>
        <a:p>
          <a:endParaRPr lang="en-US"/>
        </a:p>
      </dgm:t>
    </dgm:pt>
    <dgm:pt modelId="{732AEADA-0ADC-4570-B861-3E5129295A28}">
      <dgm:prSet/>
      <dgm:spPr/>
      <dgm:t>
        <a:bodyPr/>
        <a:lstStyle/>
        <a:p>
          <a:r>
            <a:rPr lang="fr-FR" b="0" i="0" dirty="0"/>
            <a:t>2 Présentation du projet « datalogger » et son contexte</a:t>
          </a:r>
          <a:endParaRPr lang="en-US" dirty="0"/>
        </a:p>
      </dgm:t>
    </dgm:pt>
    <dgm:pt modelId="{4DDA3E62-10D1-4872-B48B-8C8D8BAEDB3D}" type="parTrans" cxnId="{C54EBBC4-4650-4480-A19E-A79F65A61362}">
      <dgm:prSet/>
      <dgm:spPr/>
      <dgm:t>
        <a:bodyPr/>
        <a:lstStyle/>
        <a:p>
          <a:endParaRPr lang="en-US"/>
        </a:p>
      </dgm:t>
    </dgm:pt>
    <dgm:pt modelId="{6A596247-9B8F-459F-9791-F0DF2F82EA8F}" type="sibTrans" cxnId="{C54EBBC4-4650-4480-A19E-A79F65A61362}">
      <dgm:prSet/>
      <dgm:spPr/>
      <dgm:t>
        <a:bodyPr/>
        <a:lstStyle/>
        <a:p>
          <a:endParaRPr lang="en-US"/>
        </a:p>
      </dgm:t>
    </dgm:pt>
    <dgm:pt modelId="{FD70C686-2160-495A-8DF5-BC30ED8E7EA4}">
      <dgm:prSet/>
      <dgm:spPr/>
      <dgm:t>
        <a:bodyPr/>
        <a:lstStyle/>
        <a:p>
          <a:r>
            <a:rPr lang="fr-FR" b="0" i="0" dirty="0"/>
            <a:t>3 Partie électronique : recherche hardware </a:t>
          </a:r>
          <a:endParaRPr lang="en-US" dirty="0"/>
        </a:p>
      </dgm:t>
    </dgm:pt>
    <dgm:pt modelId="{2E645B51-88B8-49A5-96F7-B68D1331D4ED}" type="parTrans" cxnId="{4007A5C2-1C98-4A4C-BA52-E32F1C139951}">
      <dgm:prSet/>
      <dgm:spPr/>
      <dgm:t>
        <a:bodyPr/>
        <a:lstStyle/>
        <a:p>
          <a:endParaRPr lang="en-US"/>
        </a:p>
      </dgm:t>
    </dgm:pt>
    <dgm:pt modelId="{EB1FB217-098A-485A-9D9D-E231A27EA15E}" type="sibTrans" cxnId="{4007A5C2-1C98-4A4C-BA52-E32F1C139951}">
      <dgm:prSet/>
      <dgm:spPr/>
      <dgm:t>
        <a:bodyPr/>
        <a:lstStyle/>
        <a:p>
          <a:endParaRPr lang="en-US"/>
        </a:p>
      </dgm:t>
    </dgm:pt>
    <dgm:pt modelId="{0AF5FB53-0E73-4FDD-9ECC-52E5D5A22621}">
      <dgm:prSet/>
      <dgm:spPr/>
      <dgm:t>
        <a:bodyPr/>
        <a:lstStyle/>
        <a:p>
          <a:r>
            <a:rPr lang="fr-FR" b="0" i="0" dirty="0"/>
            <a:t>4 Partie informatique</a:t>
          </a:r>
          <a:endParaRPr lang="en-US" dirty="0"/>
        </a:p>
      </dgm:t>
    </dgm:pt>
    <dgm:pt modelId="{F91EBC62-14B2-4AEB-9CA3-21429D1C9B44}" type="parTrans" cxnId="{9A2E919A-971D-442D-ACC9-37A379B7B39E}">
      <dgm:prSet/>
      <dgm:spPr/>
      <dgm:t>
        <a:bodyPr/>
        <a:lstStyle/>
        <a:p>
          <a:endParaRPr lang="en-US"/>
        </a:p>
      </dgm:t>
    </dgm:pt>
    <dgm:pt modelId="{A5769CE3-C29F-43DF-888E-3DB875674D33}" type="sibTrans" cxnId="{9A2E919A-971D-442D-ACC9-37A379B7B39E}">
      <dgm:prSet/>
      <dgm:spPr/>
      <dgm:t>
        <a:bodyPr/>
        <a:lstStyle/>
        <a:p>
          <a:endParaRPr lang="en-US"/>
        </a:p>
      </dgm:t>
    </dgm:pt>
    <dgm:pt modelId="{EF3ABAD3-C29C-449E-A566-0B9752B0BBD4}">
      <dgm:prSet/>
      <dgm:spPr/>
      <dgm:t>
        <a:bodyPr/>
        <a:lstStyle/>
        <a:p>
          <a:r>
            <a:rPr lang="fr-FR" b="0" i="0" dirty="0"/>
            <a:t>5 Les difficultés rencontrés</a:t>
          </a:r>
          <a:endParaRPr lang="en-US" dirty="0"/>
        </a:p>
      </dgm:t>
    </dgm:pt>
    <dgm:pt modelId="{3FA29EA7-86EC-4FB8-9F8D-CB4681D7C20C}" type="parTrans" cxnId="{557962EF-3C9C-440D-A877-7545665E66E5}">
      <dgm:prSet/>
      <dgm:spPr/>
      <dgm:t>
        <a:bodyPr/>
        <a:lstStyle/>
        <a:p>
          <a:endParaRPr lang="en-US"/>
        </a:p>
      </dgm:t>
    </dgm:pt>
    <dgm:pt modelId="{A6B6DC54-4409-4753-8E73-BEAD2AA88CC9}" type="sibTrans" cxnId="{557962EF-3C9C-440D-A877-7545665E66E5}">
      <dgm:prSet/>
      <dgm:spPr/>
      <dgm:t>
        <a:bodyPr/>
        <a:lstStyle/>
        <a:p>
          <a:endParaRPr lang="en-US"/>
        </a:p>
      </dgm:t>
    </dgm:pt>
    <dgm:pt modelId="{683AD0FC-B402-4DAF-8CA1-FF7EA573EA39}">
      <dgm:prSet/>
      <dgm:spPr/>
      <dgm:t>
        <a:bodyPr/>
        <a:lstStyle/>
        <a:p>
          <a:r>
            <a:rPr lang="fr-FR" b="0" i="0" dirty="0"/>
            <a:t>6 Les tests et essais réalisés </a:t>
          </a:r>
          <a:endParaRPr lang="en-US" dirty="0"/>
        </a:p>
      </dgm:t>
    </dgm:pt>
    <dgm:pt modelId="{11161045-CD2C-4F63-B83C-048DE7307EE9}" type="parTrans" cxnId="{EC6331FB-31A8-4047-9972-A5B60E05A2FB}">
      <dgm:prSet/>
      <dgm:spPr/>
      <dgm:t>
        <a:bodyPr/>
        <a:lstStyle/>
        <a:p>
          <a:endParaRPr lang="en-US"/>
        </a:p>
      </dgm:t>
    </dgm:pt>
    <dgm:pt modelId="{A5D8CCF0-B5F3-4425-A01E-F13F9EB7A8BE}" type="sibTrans" cxnId="{EC6331FB-31A8-4047-9972-A5B60E05A2FB}">
      <dgm:prSet/>
      <dgm:spPr/>
      <dgm:t>
        <a:bodyPr/>
        <a:lstStyle/>
        <a:p>
          <a:endParaRPr lang="en-US"/>
        </a:p>
      </dgm:t>
    </dgm:pt>
    <dgm:pt modelId="{665D96FB-81E4-4502-82A0-99CAFFDEDA0D}">
      <dgm:prSet/>
      <dgm:spPr/>
      <dgm:t>
        <a:bodyPr/>
        <a:lstStyle/>
        <a:p>
          <a:r>
            <a:rPr lang="fr-FR" b="0" i="0" dirty="0"/>
            <a:t>7 Le bilan technique, état d’avancement final et bilan personnel</a:t>
          </a:r>
          <a:endParaRPr lang="en-US" dirty="0"/>
        </a:p>
      </dgm:t>
    </dgm:pt>
    <dgm:pt modelId="{1F9DA401-EAC7-4708-8AE5-568CD535DBED}" type="parTrans" cxnId="{D5ED252D-9D8E-49EE-9932-F0C784B5C937}">
      <dgm:prSet/>
      <dgm:spPr/>
      <dgm:t>
        <a:bodyPr/>
        <a:lstStyle/>
        <a:p>
          <a:endParaRPr lang="en-US"/>
        </a:p>
      </dgm:t>
    </dgm:pt>
    <dgm:pt modelId="{8143039D-8EDC-42F6-8739-B4BA92725A86}" type="sibTrans" cxnId="{D5ED252D-9D8E-49EE-9932-F0C784B5C937}">
      <dgm:prSet/>
      <dgm:spPr/>
      <dgm:t>
        <a:bodyPr/>
        <a:lstStyle/>
        <a:p>
          <a:endParaRPr lang="en-US"/>
        </a:p>
      </dgm:t>
    </dgm:pt>
    <dgm:pt modelId="{C2DE8EAB-8BB1-47E9-AB6F-6EDD088D4020}">
      <dgm:prSet/>
      <dgm:spPr/>
      <dgm:t>
        <a:bodyPr/>
        <a:lstStyle/>
        <a:p>
          <a:r>
            <a:rPr lang="fr-FR" b="0" i="0" dirty="0"/>
            <a:t>8 Sources utilisées</a:t>
          </a:r>
          <a:endParaRPr lang="en-US" dirty="0"/>
        </a:p>
      </dgm:t>
    </dgm:pt>
    <dgm:pt modelId="{C7BE634C-D5AD-403D-BB5A-74CE29FC19BB}" type="parTrans" cxnId="{4BFFCF2C-D554-423D-9143-07D2522FF49A}">
      <dgm:prSet/>
      <dgm:spPr/>
      <dgm:t>
        <a:bodyPr/>
        <a:lstStyle/>
        <a:p>
          <a:endParaRPr lang="en-US"/>
        </a:p>
      </dgm:t>
    </dgm:pt>
    <dgm:pt modelId="{D326CF44-2D9F-4BD0-998F-C58949A55B21}" type="sibTrans" cxnId="{4BFFCF2C-D554-423D-9143-07D2522FF49A}">
      <dgm:prSet/>
      <dgm:spPr/>
      <dgm:t>
        <a:bodyPr/>
        <a:lstStyle/>
        <a:p>
          <a:endParaRPr lang="en-US"/>
        </a:p>
      </dgm:t>
    </dgm:pt>
    <dgm:pt modelId="{6066DFC6-3282-4C44-8747-6A0EA0609289}" type="pres">
      <dgm:prSet presAssocID="{E4F89563-FE4A-42CA-8617-B49988F91781}" presName="root" presStyleCnt="0">
        <dgm:presLayoutVars>
          <dgm:dir/>
          <dgm:resizeHandles val="exact"/>
        </dgm:presLayoutVars>
      </dgm:prSet>
      <dgm:spPr/>
    </dgm:pt>
    <dgm:pt modelId="{4839C960-5F3A-4E46-A5D3-C0E753FC54F7}" type="pres">
      <dgm:prSet presAssocID="{FD396E11-9430-4E7C-8F29-D6D8C7ABC7B6}" presName="compNode" presStyleCnt="0"/>
      <dgm:spPr/>
    </dgm:pt>
    <dgm:pt modelId="{93CB53BC-0B9B-406C-AF83-E542C132FF0B}" type="pres">
      <dgm:prSet presAssocID="{FD396E11-9430-4E7C-8F29-D6D8C7ABC7B6}" presName="bgRect" presStyleLbl="bgShp" presStyleIdx="0" presStyleCnt="8"/>
      <dgm:spPr/>
    </dgm:pt>
    <dgm:pt modelId="{B6876CC8-F1DF-478E-B586-2A606D59353E}" type="pres">
      <dgm:prSet presAssocID="{FD396E11-9430-4E7C-8F29-D6D8C7ABC7B6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seignant"/>
        </a:ext>
      </dgm:extLst>
    </dgm:pt>
    <dgm:pt modelId="{8DCD8C2A-B873-4769-9FA9-FCC992A3A1BD}" type="pres">
      <dgm:prSet presAssocID="{FD396E11-9430-4E7C-8F29-D6D8C7ABC7B6}" presName="spaceRect" presStyleCnt="0"/>
      <dgm:spPr/>
    </dgm:pt>
    <dgm:pt modelId="{DDA3B519-50FB-441E-81D4-89187143BADF}" type="pres">
      <dgm:prSet presAssocID="{FD396E11-9430-4E7C-8F29-D6D8C7ABC7B6}" presName="parTx" presStyleLbl="revTx" presStyleIdx="0" presStyleCnt="8">
        <dgm:presLayoutVars>
          <dgm:chMax val="0"/>
          <dgm:chPref val="0"/>
        </dgm:presLayoutVars>
      </dgm:prSet>
      <dgm:spPr/>
    </dgm:pt>
    <dgm:pt modelId="{36D57112-BC0C-469F-90BE-1A5AE612BC78}" type="pres">
      <dgm:prSet presAssocID="{E1996FCD-8A9D-4BEA-A72E-16EA28699DAB}" presName="sibTrans" presStyleCnt="0"/>
      <dgm:spPr/>
    </dgm:pt>
    <dgm:pt modelId="{E26EF1C6-B441-4510-BADA-4736B6EB54D0}" type="pres">
      <dgm:prSet presAssocID="{732AEADA-0ADC-4570-B861-3E5129295A28}" presName="compNode" presStyleCnt="0"/>
      <dgm:spPr/>
    </dgm:pt>
    <dgm:pt modelId="{19E391EA-4642-4D8A-A479-40CDCEBD60E8}" type="pres">
      <dgm:prSet presAssocID="{732AEADA-0ADC-4570-B861-3E5129295A28}" presName="bgRect" presStyleLbl="bgShp" presStyleIdx="1" presStyleCnt="8"/>
      <dgm:spPr/>
    </dgm:pt>
    <dgm:pt modelId="{9D27A26C-4CEF-46DC-85AA-BA82701837EC}" type="pres">
      <dgm:prSet presAssocID="{732AEADA-0ADC-4570-B861-3E5129295A28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39F324BA-500F-40C5-B5D1-7D2FD802A2D3}" type="pres">
      <dgm:prSet presAssocID="{732AEADA-0ADC-4570-B861-3E5129295A28}" presName="spaceRect" presStyleCnt="0"/>
      <dgm:spPr/>
    </dgm:pt>
    <dgm:pt modelId="{59AF77AB-85BD-417F-9536-933050F65CCA}" type="pres">
      <dgm:prSet presAssocID="{732AEADA-0ADC-4570-B861-3E5129295A28}" presName="parTx" presStyleLbl="revTx" presStyleIdx="1" presStyleCnt="8">
        <dgm:presLayoutVars>
          <dgm:chMax val="0"/>
          <dgm:chPref val="0"/>
        </dgm:presLayoutVars>
      </dgm:prSet>
      <dgm:spPr/>
    </dgm:pt>
    <dgm:pt modelId="{EABFCF9C-C7C3-4D51-A549-E376B5861E6F}" type="pres">
      <dgm:prSet presAssocID="{6A596247-9B8F-459F-9791-F0DF2F82EA8F}" presName="sibTrans" presStyleCnt="0"/>
      <dgm:spPr/>
    </dgm:pt>
    <dgm:pt modelId="{49D5DD90-4B86-4BBE-894F-9754C002B9C3}" type="pres">
      <dgm:prSet presAssocID="{FD70C686-2160-495A-8DF5-BC30ED8E7EA4}" presName="compNode" presStyleCnt="0"/>
      <dgm:spPr/>
    </dgm:pt>
    <dgm:pt modelId="{B8F86C2A-D092-4196-91B2-12C4502DB378}" type="pres">
      <dgm:prSet presAssocID="{FD70C686-2160-495A-8DF5-BC30ED8E7EA4}" presName="bgRect" presStyleLbl="bgShp" presStyleIdx="2" presStyleCnt="8"/>
      <dgm:spPr/>
    </dgm:pt>
    <dgm:pt modelId="{D3075CEE-E3E8-4120-B541-4CF9250D2E16}" type="pres">
      <dgm:prSet presAssocID="{FD70C686-2160-495A-8DF5-BC30ED8E7EA4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7D219E7B-6352-45F7-8B4C-50FB8C9CD73A}" type="pres">
      <dgm:prSet presAssocID="{FD70C686-2160-495A-8DF5-BC30ED8E7EA4}" presName="spaceRect" presStyleCnt="0"/>
      <dgm:spPr/>
    </dgm:pt>
    <dgm:pt modelId="{B299E8DE-6BBB-40B9-B086-F9074E3933D8}" type="pres">
      <dgm:prSet presAssocID="{FD70C686-2160-495A-8DF5-BC30ED8E7EA4}" presName="parTx" presStyleLbl="revTx" presStyleIdx="2" presStyleCnt="8">
        <dgm:presLayoutVars>
          <dgm:chMax val="0"/>
          <dgm:chPref val="0"/>
        </dgm:presLayoutVars>
      </dgm:prSet>
      <dgm:spPr/>
    </dgm:pt>
    <dgm:pt modelId="{7972FE5F-DC91-41AB-87B5-9566947237E6}" type="pres">
      <dgm:prSet presAssocID="{EB1FB217-098A-485A-9D9D-E231A27EA15E}" presName="sibTrans" presStyleCnt="0"/>
      <dgm:spPr/>
    </dgm:pt>
    <dgm:pt modelId="{1BFCD4C4-E5A6-452F-B089-EDA9E1CEEAF5}" type="pres">
      <dgm:prSet presAssocID="{0AF5FB53-0E73-4FDD-9ECC-52E5D5A22621}" presName="compNode" presStyleCnt="0"/>
      <dgm:spPr/>
    </dgm:pt>
    <dgm:pt modelId="{2A7D0953-5DC0-47E8-8D42-0E1D18F02FF7}" type="pres">
      <dgm:prSet presAssocID="{0AF5FB53-0E73-4FDD-9ECC-52E5D5A22621}" presName="bgRect" presStyleLbl="bgShp" presStyleIdx="3" presStyleCnt="8"/>
      <dgm:spPr/>
    </dgm:pt>
    <dgm:pt modelId="{CBB25C46-7B4D-4923-A3CE-313788990A88}" type="pres">
      <dgm:prSet presAssocID="{0AF5FB53-0E73-4FDD-9ECC-52E5D5A22621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 portable"/>
        </a:ext>
      </dgm:extLst>
    </dgm:pt>
    <dgm:pt modelId="{DC295C60-1FB5-45AC-B4E8-0679E53B36BA}" type="pres">
      <dgm:prSet presAssocID="{0AF5FB53-0E73-4FDD-9ECC-52E5D5A22621}" presName="spaceRect" presStyleCnt="0"/>
      <dgm:spPr/>
    </dgm:pt>
    <dgm:pt modelId="{F06D26AC-4657-499F-81A5-0E8F2EEA1C24}" type="pres">
      <dgm:prSet presAssocID="{0AF5FB53-0E73-4FDD-9ECC-52E5D5A22621}" presName="parTx" presStyleLbl="revTx" presStyleIdx="3" presStyleCnt="8">
        <dgm:presLayoutVars>
          <dgm:chMax val="0"/>
          <dgm:chPref val="0"/>
        </dgm:presLayoutVars>
      </dgm:prSet>
      <dgm:spPr/>
    </dgm:pt>
    <dgm:pt modelId="{A8A4DFB7-4FDA-4849-80D3-C7F0B794631C}" type="pres">
      <dgm:prSet presAssocID="{A5769CE3-C29F-43DF-888E-3DB875674D33}" presName="sibTrans" presStyleCnt="0"/>
      <dgm:spPr/>
    </dgm:pt>
    <dgm:pt modelId="{3F9DD991-50EF-41B5-B865-295BA5175D24}" type="pres">
      <dgm:prSet presAssocID="{EF3ABAD3-C29C-449E-A566-0B9752B0BBD4}" presName="compNode" presStyleCnt="0"/>
      <dgm:spPr/>
    </dgm:pt>
    <dgm:pt modelId="{BAC2F651-CBCC-42EB-9950-895886714C4E}" type="pres">
      <dgm:prSet presAssocID="{EF3ABAD3-C29C-449E-A566-0B9752B0BBD4}" presName="bgRect" presStyleLbl="bgShp" presStyleIdx="4" presStyleCnt="8"/>
      <dgm:spPr/>
    </dgm:pt>
    <dgm:pt modelId="{BECBDC19-DC29-4EAA-9863-A531377D7A20}" type="pres">
      <dgm:prSet presAssocID="{EF3ABAD3-C29C-449E-A566-0B9752B0BBD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ying Face with No Fill"/>
        </a:ext>
      </dgm:extLst>
    </dgm:pt>
    <dgm:pt modelId="{7C6F698C-8BC4-4FC9-AFAD-35C6F88D247E}" type="pres">
      <dgm:prSet presAssocID="{EF3ABAD3-C29C-449E-A566-0B9752B0BBD4}" presName="spaceRect" presStyleCnt="0"/>
      <dgm:spPr/>
    </dgm:pt>
    <dgm:pt modelId="{B79EF093-A701-4529-83FF-78589835F60B}" type="pres">
      <dgm:prSet presAssocID="{EF3ABAD3-C29C-449E-A566-0B9752B0BBD4}" presName="parTx" presStyleLbl="revTx" presStyleIdx="4" presStyleCnt="8">
        <dgm:presLayoutVars>
          <dgm:chMax val="0"/>
          <dgm:chPref val="0"/>
        </dgm:presLayoutVars>
      </dgm:prSet>
      <dgm:spPr/>
    </dgm:pt>
    <dgm:pt modelId="{7CA6AAA1-E5B9-41AA-A0D5-9672DCC2A0EE}" type="pres">
      <dgm:prSet presAssocID="{A6B6DC54-4409-4753-8E73-BEAD2AA88CC9}" presName="sibTrans" presStyleCnt="0"/>
      <dgm:spPr/>
    </dgm:pt>
    <dgm:pt modelId="{E227A583-856E-4797-B432-10A3365D8B1E}" type="pres">
      <dgm:prSet presAssocID="{683AD0FC-B402-4DAF-8CA1-FF7EA573EA39}" presName="compNode" presStyleCnt="0"/>
      <dgm:spPr/>
    </dgm:pt>
    <dgm:pt modelId="{D00D70CF-100B-4C41-AD70-6CCCC4F95C0E}" type="pres">
      <dgm:prSet presAssocID="{683AD0FC-B402-4DAF-8CA1-FF7EA573EA39}" presName="bgRect" presStyleLbl="bgShp" presStyleIdx="5" presStyleCnt="8"/>
      <dgm:spPr/>
    </dgm:pt>
    <dgm:pt modelId="{713EC017-FA75-4E4C-BFC3-A4A982CD2B65}" type="pres">
      <dgm:prSet presAssocID="{683AD0FC-B402-4DAF-8CA1-FF7EA573EA39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C8FC343-4C0F-46B3-A85C-512931500663}" type="pres">
      <dgm:prSet presAssocID="{683AD0FC-B402-4DAF-8CA1-FF7EA573EA39}" presName="spaceRect" presStyleCnt="0"/>
      <dgm:spPr/>
    </dgm:pt>
    <dgm:pt modelId="{65BDDA4C-290C-46E6-BAFA-33345078A752}" type="pres">
      <dgm:prSet presAssocID="{683AD0FC-B402-4DAF-8CA1-FF7EA573EA39}" presName="parTx" presStyleLbl="revTx" presStyleIdx="5" presStyleCnt="8">
        <dgm:presLayoutVars>
          <dgm:chMax val="0"/>
          <dgm:chPref val="0"/>
        </dgm:presLayoutVars>
      </dgm:prSet>
      <dgm:spPr/>
    </dgm:pt>
    <dgm:pt modelId="{52425245-5A9B-4855-AF7D-0C67CC94CFEE}" type="pres">
      <dgm:prSet presAssocID="{A5D8CCF0-B5F3-4425-A01E-F13F9EB7A8BE}" presName="sibTrans" presStyleCnt="0"/>
      <dgm:spPr/>
    </dgm:pt>
    <dgm:pt modelId="{CA598D02-4B6F-4697-8796-718D122EA9F6}" type="pres">
      <dgm:prSet presAssocID="{665D96FB-81E4-4502-82A0-99CAFFDEDA0D}" presName="compNode" presStyleCnt="0"/>
      <dgm:spPr/>
    </dgm:pt>
    <dgm:pt modelId="{5F2BFAC3-81E6-4405-971C-2AC2C7376BF8}" type="pres">
      <dgm:prSet presAssocID="{665D96FB-81E4-4502-82A0-99CAFFDEDA0D}" presName="bgRect" presStyleLbl="bgShp" presStyleIdx="6" presStyleCnt="8"/>
      <dgm:spPr/>
    </dgm:pt>
    <dgm:pt modelId="{1087B05C-EE09-449C-9A1C-6F2F45F46CBE}" type="pres">
      <dgm:prSet presAssocID="{665D96FB-81E4-4502-82A0-99CAFFDEDA0D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s"/>
        </a:ext>
      </dgm:extLst>
    </dgm:pt>
    <dgm:pt modelId="{AD0FE141-CF9F-46BF-BC09-2D3E4880A98C}" type="pres">
      <dgm:prSet presAssocID="{665D96FB-81E4-4502-82A0-99CAFFDEDA0D}" presName="spaceRect" presStyleCnt="0"/>
      <dgm:spPr/>
    </dgm:pt>
    <dgm:pt modelId="{886009A4-7DAA-4F76-8FB8-0CEB5387AB62}" type="pres">
      <dgm:prSet presAssocID="{665D96FB-81E4-4502-82A0-99CAFFDEDA0D}" presName="parTx" presStyleLbl="revTx" presStyleIdx="6" presStyleCnt="8">
        <dgm:presLayoutVars>
          <dgm:chMax val="0"/>
          <dgm:chPref val="0"/>
        </dgm:presLayoutVars>
      </dgm:prSet>
      <dgm:spPr/>
    </dgm:pt>
    <dgm:pt modelId="{EAC17311-9290-4414-A6C9-9160AE823784}" type="pres">
      <dgm:prSet presAssocID="{8143039D-8EDC-42F6-8739-B4BA92725A86}" presName="sibTrans" presStyleCnt="0"/>
      <dgm:spPr/>
    </dgm:pt>
    <dgm:pt modelId="{6C00D702-B2B1-4264-A13E-2231B75BFA58}" type="pres">
      <dgm:prSet presAssocID="{C2DE8EAB-8BB1-47E9-AB6F-6EDD088D4020}" presName="compNode" presStyleCnt="0"/>
      <dgm:spPr/>
    </dgm:pt>
    <dgm:pt modelId="{176256FD-7E7F-45DC-809F-1733461034A5}" type="pres">
      <dgm:prSet presAssocID="{C2DE8EAB-8BB1-47E9-AB6F-6EDD088D4020}" presName="bgRect" presStyleLbl="bgShp" presStyleIdx="7" presStyleCnt="8"/>
      <dgm:spPr/>
    </dgm:pt>
    <dgm:pt modelId="{42EC6D29-31B3-4B37-8708-B771E1530AD2}" type="pres">
      <dgm:prSet presAssocID="{C2DE8EAB-8BB1-47E9-AB6F-6EDD088D4020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nergie renouvelable"/>
        </a:ext>
      </dgm:extLst>
    </dgm:pt>
    <dgm:pt modelId="{350AC4DA-3B54-4654-B958-32D1C005FA78}" type="pres">
      <dgm:prSet presAssocID="{C2DE8EAB-8BB1-47E9-AB6F-6EDD088D4020}" presName="spaceRect" presStyleCnt="0"/>
      <dgm:spPr/>
    </dgm:pt>
    <dgm:pt modelId="{C84061F0-D7DB-4DD0-91BE-425E5D699C75}" type="pres">
      <dgm:prSet presAssocID="{C2DE8EAB-8BB1-47E9-AB6F-6EDD088D4020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398A7A0D-449A-4F68-AE3F-467A0E3DD47B}" type="presOf" srcId="{732AEADA-0ADC-4570-B861-3E5129295A28}" destId="{59AF77AB-85BD-417F-9536-933050F65CCA}" srcOrd="0" destOrd="0" presId="urn:microsoft.com/office/officeart/2018/2/layout/IconVerticalSolidList"/>
    <dgm:cxn modelId="{4BFFCF2C-D554-423D-9143-07D2522FF49A}" srcId="{E4F89563-FE4A-42CA-8617-B49988F91781}" destId="{C2DE8EAB-8BB1-47E9-AB6F-6EDD088D4020}" srcOrd="7" destOrd="0" parTransId="{C7BE634C-D5AD-403D-BB5A-74CE29FC19BB}" sibTransId="{D326CF44-2D9F-4BD0-998F-C58949A55B21}"/>
    <dgm:cxn modelId="{D5ED252D-9D8E-49EE-9932-F0C784B5C937}" srcId="{E4F89563-FE4A-42CA-8617-B49988F91781}" destId="{665D96FB-81E4-4502-82A0-99CAFFDEDA0D}" srcOrd="6" destOrd="0" parTransId="{1F9DA401-EAC7-4708-8AE5-568CD535DBED}" sibTransId="{8143039D-8EDC-42F6-8739-B4BA92725A86}"/>
    <dgm:cxn modelId="{A3D1CC58-1BF4-47AB-99AD-632BC546943A}" type="presOf" srcId="{EF3ABAD3-C29C-449E-A566-0B9752B0BBD4}" destId="{B79EF093-A701-4529-83FF-78589835F60B}" srcOrd="0" destOrd="0" presId="urn:microsoft.com/office/officeart/2018/2/layout/IconVerticalSolidList"/>
    <dgm:cxn modelId="{5B02FC7C-22ED-4302-94ED-E55D21CDDDDA}" type="presOf" srcId="{665D96FB-81E4-4502-82A0-99CAFFDEDA0D}" destId="{886009A4-7DAA-4F76-8FB8-0CEB5387AB62}" srcOrd="0" destOrd="0" presId="urn:microsoft.com/office/officeart/2018/2/layout/IconVerticalSolidList"/>
    <dgm:cxn modelId="{6475D884-859C-4C21-85A4-A7DEEFC56A36}" type="presOf" srcId="{C2DE8EAB-8BB1-47E9-AB6F-6EDD088D4020}" destId="{C84061F0-D7DB-4DD0-91BE-425E5D699C75}" srcOrd="0" destOrd="0" presId="urn:microsoft.com/office/officeart/2018/2/layout/IconVerticalSolidList"/>
    <dgm:cxn modelId="{9A2E919A-971D-442D-ACC9-37A379B7B39E}" srcId="{E4F89563-FE4A-42CA-8617-B49988F91781}" destId="{0AF5FB53-0E73-4FDD-9ECC-52E5D5A22621}" srcOrd="3" destOrd="0" parTransId="{F91EBC62-14B2-4AEB-9CA3-21429D1C9B44}" sibTransId="{A5769CE3-C29F-43DF-888E-3DB875674D33}"/>
    <dgm:cxn modelId="{15366C9E-1F13-4F47-BCA3-408B2107398F}" type="presOf" srcId="{683AD0FC-B402-4DAF-8CA1-FF7EA573EA39}" destId="{65BDDA4C-290C-46E6-BAFA-33345078A752}" srcOrd="0" destOrd="0" presId="urn:microsoft.com/office/officeart/2018/2/layout/IconVerticalSolidList"/>
    <dgm:cxn modelId="{8F34F8AF-986D-481F-8034-F3BD0967502F}" srcId="{E4F89563-FE4A-42CA-8617-B49988F91781}" destId="{FD396E11-9430-4E7C-8F29-D6D8C7ABC7B6}" srcOrd="0" destOrd="0" parTransId="{971AF3C8-5C38-4476-BC52-42A54E342729}" sibTransId="{E1996FCD-8A9D-4BEA-A72E-16EA28699DAB}"/>
    <dgm:cxn modelId="{4007A5C2-1C98-4A4C-BA52-E32F1C139951}" srcId="{E4F89563-FE4A-42CA-8617-B49988F91781}" destId="{FD70C686-2160-495A-8DF5-BC30ED8E7EA4}" srcOrd="2" destOrd="0" parTransId="{2E645B51-88B8-49A5-96F7-B68D1331D4ED}" sibTransId="{EB1FB217-098A-485A-9D9D-E231A27EA15E}"/>
    <dgm:cxn modelId="{C54EBBC4-4650-4480-A19E-A79F65A61362}" srcId="{E4F89563-FE4A-42CA-8617-B49988F91781}" destId="{732AEADA-0ADC-4570-B861-3E5129295A28}" srcOrd="1" destOrd="0" parTransId="{4DDA3E62-10D1-4872-B48B-8C8D8BAEDB3D}" sibTransId="{6A596247-9B8F-459F-9791-F0DF2F82EA8F}"/>
    <dgm:cxn modelId="{49EDDCC6-33D2-42A2-846C-20CCD631F1D9}" type="presOf" srcId="{E4F89563-FE4A-42CA-8617-B49988F91781}" destId="{6066DFC6-3282-4C44-8747-6A0EA0609289}" srcOrd="0" destOrd="0" presId="urn:microsoft.com/office/officeart/2018/2/layout/IconVerticalSolidList"/>
    <dgm:cxn modelId="{909F82ED-E46D-4E9C-A13F-B01D7965DDEE}" type="presOf" srcId="{FD70C686-2160-495A-8DF5-BC30ED8E7EA4}" destId="{B299E8DE-6BBB-40B9-B086-F9074E3933D8}" srcOrd="0" destOrd="0" presId="urn:microsoft.com/office/officeart/2018/2/layout/IconVerticalSolidList"/>
    <dgm:cxn modelId="{557962EF-3C9C-440D-A877-7545665E66E5}" srcId="{E4F89563-FE4A-42CA-8617-B49988F91781}" destId="{EF3ABAD3-C29C-449E-A566-0B9752B0BBD4}" srcOrd="4" destOrd="0" parTransId="{3FA29EA7-86EC-4FB8-9F8D-CB4681D7C20C}" sibTransId="{A6B6DC54-4409-4753-8E73-BEAD2AA88CC9}"/>
    <dgm:cxn modelId="{BAE3B8F3-9BEE-4A55-A01D-BB53FC9EB3EA}" type="presOf" srcId="{FD396E11-9430-4E7C-8F29-D6D8C7ABC7B6}" destId="{DDA3B519-50FB-441E-81D4-89187143BADF}" srcOrd="0" destOrd="0" presId="urn:microsoft.com/office/officeart/2018/2/layout/IconVerticalSolidList"/>
    <dgm:cxn modelId="{DF7125F5-7E50-406A-A26D-2B0390141D1A}" type="presOf" srcId="{0AF5FB53-0E73-4FDD-9ECC-52E5D5A22621}" destId="{F06D26AC-4657-499F-81A5-0E8F2EEA1C24}" srcOrd="0" destOrd="0" presId="urn:microsoft.com/office/officeart/2018/2/layout/IconVerticalSolidList"/>
    <dgm:cxn modelId="{EC6331FB-31A8-4047-9972-A5B60E05A2FB}" srcId="{E4F89563-FE4A-42CA-8617-B49988F91781}" destId="{683AD0FC-B402-4DAF-8CA1-FF7EA573EA39}" srcOrd="5" destOrd="0" parTransId="{11161045-CD2C-4F63-B83C-048DE7307EE9}" sibTransId="{A5D8CCF0-B5F3-4425-A01E-F13F9EB7A8BE}"/>
    <dgm:cxn modelId="{2AC81AC0-0F6E-445D-BD68-8C84C38F0687}" type="presParOf" srcId="{6066DFC6-3282-4C44-8747-6A0EA0609289}" destId="{4839C960-5F3A-4E46-A5D3-C0E753FC54F7}" srcOrd="0" destOrd="0" presId="urn:microsoft.com/office/officeart/2018/2/layout/IconVerticalSolidList"/>
    <dgm:cxn modelId="{35F263B3-D1E4-4EF2-817F-D51365455BEF}" type="presParOf" srcId="{4839C960-5F3A-4E46-A5D3-C0E753FC54F7}" destId="{93CB53BC-0B9B-406C-AF83-E542C132FF0B}" srcOrd="0" destOrd="0" presId="urn:microsoft.com/office/officeart/2018/2/layout/IconVerticalSolidList"/>
    <dgm:cxn modelId="{0BEA06EA-51CE-419B-A31D-9C9997C62833}" type="presParOf" srcId="{4839C960-5F3A-4E46-A5D3-C0E753FC54F7}" destId="{B6876CC8-F1DF-478E-B586-2A606D59353E}" srcOrd="1" destOrd="0" presId="urn:microsoft.com/office/officeart/2018/2/layout/IconVerticalSolidList"/>
    <dgm:cxn modelId="{88DF0A56-5A20-42FF-9D2E-DA4935847F98}" type="presParOf" srcId="{4839C960-5F3A-4E46-A5D3-C0E753FC54F7}" destId="{8DCD8C2A-B873-4769-9FA9-FCC992A3A1BD}" srcOrd="2" destOrd="0" presId="urn:microsoft.com/office/officeart/2018/2/layout/IconVerticalSolidList"/>
    <dgm:cxn modelId="{154A631C-791C-4DDE-A3F5-9EC95416ADE5}" type="presParOf" srcId="{4839C960-5F3A-4E46-A5D3-C0E753FC54F7}" destId="{DDA3B519-50FB-441E-81D4-89187143BADF}" srcOrd="3" destOrd="0" presId="urn:microsoft.com/office/officeart/2018/2/layout/IconVerticalSolidList"/>
    <dgm:cxn modelId="{D1A3ABB3-5FC7-416A-80D4-9DCE36879ECE}" type="presParOf" srcId="{6066DFC6-3282-4C44-8747-6A0EA0609289}" destId="{36D57112-BC0C-469F-90BE-1A5AE612BC78}" srcOrd="1" destOrd="0" presId="urn:microsoft.com/office/officeart/2018/2/layout/IconVerticalSolidList"/>
    <dgm:cxn modelId="{B90865F2-5E8F-4C85-A6BF-34ABCD8244AE}" type="presParOf" srcId="{6066DFC6-3282-4C44-8747-6A0EA0609289}" destId="{E26EF1C6-B441-4510-BADA-4736B6EB54D0}" srcOrd="2" destOrd="0" presId="urn:microsoft.com/office/officeart/2018/2/layout/IconVerticalSolidList"/>
    <dgm:cxn modelId="{97BD712C-5031-42DB-8DB6-9ADCC36AEE1D}" type="presParOf" srcId="{E26EF1C6-B441-4510-BADA-4736B6EB54D0}" destId="{19E391EA-4642-4D8A-A479-40CDCEBD60E8}" srcOrd="0" destOrd="0" presId="urn:microsoft.com/office/officeart/2018/2/layout/IconVerticalSolidList"/>
    <dgm:cxn modelId="{1A5744D1-8C5E-4B19-89C6-711715AB0BD5}" type="presParOf" srcId="{E26EF1C6-B441-4510-BADA-4736B6EB54D0}" destId="{9D27A26C-4CEF-46DC-85AA-BA82701837EC}" srcOrd="1" destOrd="0" presId="urn:microsoft.com/office/officeart/2018/2/layout/IconVerticalSolidList"/>
    <dgm:cxn modelId="{4A8F7976-A1C1-40E9-9921-74E80DD4E1A3}" type="presParOf" srcId="{E26EF1C6-B441-4510-BADA-4736B6EB54D0}" destId="{39F324BA-500F-40C5-B5D1-7D2FD802A2D3}" srcOrd="2" destOrd="0" presId="urn:microsoft.com/office/officeart/2018/2/layout/IconVerticalSolidList"/>
    <dgm:cxn modelId="{1FA0AA98-3E4A-4763-AEA9-AE69BDBCFFA0}" type="presParOf" srcId="{E26EF1C6-B441-4510-BADA-4736B6EB54D0}" destId="{59AF77AB-85BD-417F-9536-933050F65CCA}" srcOrd="3" destOrd="0" presId="urn:microsoft.com/office/officeart/2018/2/layout/IconVerticalSolidList"/>
    <dgm:cxn modelId="{A3087503-B592-46A7-8D06-7B25BD0C38F6}" type="presParOf" srcId="{6066DFC6-3282-4C44-8747-6A0EA0609289}" destId="{EABFCF9C-C7C3-4D51-A549-E376B5861E6F}" srcOrd="3" destOrd="0" presId="urn:microsoft.com/office/officeart/2018/2/layout/IconVerticalSolidList"/>
    <dgm:cxn modelId="{8BBF3F06-7AF3-41A5-B46C-E72105BD77DC}" type="presParOf" srcId="{6066DFC6-3282-4C44-8747-6A0EA0609289}" destId="{49D5DD90-4B86-4BBE-894F-9754C002B9C3}" srcOrd="4" destOrd="0" presId="urn:microsoft.com/office/officeart/2018/2/layout/IconVerticalSolidList"/>
    <dgm:cxn modelId="{828F85CF-623E-4671-98A2-758D650494BA}" type="presParOf" srcId="{49D5DD90-4B86-4BBE-894F-9754C002B9C3}" destId="{B8F86C2A-D092-4196-91B2-12C4502DB378}" srcOrd="0" destOrd="0" presId="urn:microsoft.com/office/officeart/2018/2/layout/IconVerticalSolidList"/>
    <dgm:cxn modelId="{13E35A75-513E-4ED4-A34B-852F3F1C1C5E}" type="presParOf" srcId="{49D5DD90-4B86-4BBE-894F-9754C002B9C3}" destId="{D3075CEE-E3E8-4120-B541-4CF9250D2E16}" srcOrd="1" destOrd="0" presId="urn:microsoft.com/office/officeart/2018/2/layout/IconVerticalSolidList"/>
    <dgm:cxn modelId="{D54D5CF1-5313-4DB6-A8EF-7D6BF66C0197}" type="presParOf" srcId="{49D5DD90-4B86-4BBE-894F-9754C002B9C3}" destId="{7D219E7B-6352-45F7-8B4C-50FB8C9CD73A}" srcOrd="2" destOrd="0" presId="urn:microsoft.com/office/officeart/2018/2/layout/IconVerticalSolidList"/>
    <dgm:cxn modelId="{E4094BB6-D861-4E9D-ADA3-B29A14847773}" type="presParOf" srcId="{49D5DD90-4B86-4BBE-894F-9754C002B9C3}" destId="{B299E8DE-6BBB-40B9-B086-F9074E3933D8}" srcOrd="3" destOrd="0" presId="urn:microsoft.com/office/officeart/2018/2/layout/IconVerticalSolidList"/>
    <dgm:cxn modelId="{7EA63517-7F81-4CC7-8245-B56CFCC40CB2}" type="presParOf" srcId="{6066DFC6-3282-4C44-8747-6A0EA0609289}" destId="{7972FE5F-DC91-41AB-87B5-9566947237E6}" srcOrd="5" destOrd="0" presId="urn:microsoft.com/office/officeart/2018/2/layout/IconVerticalSolidList"/>
    <dgm:cxn modelId="{2D9AAB05-F1DF-4C33-8DD9-43B8CDF2ED0E}" type="presParOf" srcId="{6066DFC6-3282-4C44-8747-6A0EA0609289}" destId="{1BFCD4C4-E5A6-452F-B089-EDA9E1CEEAF5}" srcOrd="6" destOrd="0" presId="urn:microsoft.com/office/officeart/2018/2/layout/IconVerticalSolidList"/>
    <dgm:cxn modelId="{A31F7C4B-F56C-4F23-90A6-77A85205A4FD}" type="presParOf" srcId="{1BFCD4C4-E5A6-452F-B089-EDA9E1CEEAF5}" destId="{2A7D0953-5DC0-47E8-8D42-0E1D18F02FF7}" srcOrd="0" destOrd="0" presId="urn:microsoft.com/office/officeart/2018/2/layout/IconVerticalSolidList"/>
    <dgm:cxn modelId="{D3C05952-3C7E-447D-9456-C09E416D21D6}" type="presParOf" srcId="{1BFCD4C4-E5A6-452F-B089-EDA9E1CEEAF5}" destId="{CBB25C46-7B4D-4923-A3CE-313788990A88}" srcOrd="1" destOrd="0" presId="urn:microsoft.com/office/officeart/2018/2/layout/IconVerticalSolidList"/>
    <dgm:cxn modelId="{C6EE6D77-11BC-4D12-B26F-3FD9383B6953}" type="presParOf" srcId="{1BFCD4C4-E5A6-452F-B089-EDA9E1CEEAF5}" destId="{DC295C60-1FB5-45AC-B4E8-0679E53B36BA}" srcOrd="2" destOrd="0" presId="urn:microsoft.com/office/officeart/2018/2/layout/IconVerticalSolidList"/>
    <dgm:cxn modelId="{9D82035C-8615-4320-9AC4-B2E838973A10}" type="presParOf" srcId="{1BFCD4C4-E5A6-452F-B089-EDA9E1CEEAF5}" destId="{F06D26AC-4657-499F-81A5-0E8F2EEA1C24}" srcOrd="3" destOrd="0" presId="urn:microsoft.com/office/officeart/2018/2/layout/IconVerticalSolidList"/>
    <dgm:cxn modelId="{02D6D9FA-C7BD-4037-9F24-2E00410777AE}" type="presParOf" srcId="{6066DFC6-3282-4C44-8747-6A0EA0609289}" destId="{A8A4DFB7-4FDA-4849-80D3-C7F0B794631C}" srcOrd="7" destOrd="0" presId="urn:microsoft.com/office/officeart/2018/2/layout/IconVerticalSolidList"/>
    <dgm:cxn modelId="{2C499535-F712-48A1-852E-4B536D50AF9E}" type="presParOf" srcId="{6066DFC6-3282-4C44-8747-6A0EA0609289}" destId="{3F9DD991-50EF-41B5-B865-295BA5175D24}" srcOrd="8" destOrd="0" presId="urn:microsoft.com/office/officeart/2018/2/layout/IconVerticalSolidList"/>
    <dgm:cxn modelId="{EC94D7D0-8F35-40D4-9BE8-4E6958C28ED9}" type="presParOf" srcId="{3F9DD991-50EF-41B5-B865-295BA5175D24}" destId="{BAC2F651-CBCC-42EB-9950-895886714C4E}" srcOrd="0" destOrd="0" presId="urn:microsoft.com/office/officeart/2018/2/layout/IconVerticalSolidList"/>
    <dgm:cxn modelId="{0FE879C1-275E-473F-8CB4-681C87E9BCF2}" type="presParOf" srcId="{3F9DD991-50EF-41B5-B865-295BA5175D24}" destId="{BECBDC19-DC29-4EAA-9863-A531377D7A20}" srcOrd="1" destOrd="0" presId="urn:microsoft.com/office/officeart/2018/2/layout/IconVerticalSolidList"/>
    <dgm:cxn modelId="{97CC918A-42D3-4C96-B1FD-0B6FC15D09E8}" type="presParOf" srcId="{3F9DD991-50EF-41B5-B865-295BA5175D24}" destId="{7C6F698C-8BC4-4FC9-AFAD-35C6F88D247E}" srcOrd="2" destOrd="0" presId="urn:microsoft.com/office/officeart/2018/2/layout/IconVerticalSolidList"/>
    <dgm:cxn modelId="{E35FC56B-A371-4176-9497-83641BCC1B91}" type="presParOf" srcId="{3F9DD991-50EF-41B5-B865-295BA5175D24}" destId="{B79EF093-A701-4529-83FF-78589835F60B}" srcOrd="3" destOrd="0" presId="urn:microsoft.com/office/officeart/2018/2/layout/IconVerticalSolidList"/>
    <dgm:cxn modelId="{D37379DA-1112-4705-AF8E-EC2951C5EF1B}" type="presParOf" srcId="{6066DFC6-3282-4C44-8747-6A0EA0609289}" destId="{7CA6AAA1-E5B9-41AA-A0D5-9672DCC2A0EE}" srcOrd="9" destOrd="0" presId="urn:microsoft.com/office/officeart/2018/2/layout/IconVerticalSolidList"/>
    <dgm:cxn modelId="{DD5A7F3C-13FF-4432-977F-9D76390F52AF}" type="presParOf" srcId="{6066DFC6-3282-4C44-8747-6A0EA0609289}" destId="{E227A583-856E-4797-B432-10A3365D8B1E}" srcOrd="10" destOrd="0" presId="urn:microsoft.com/office/officeart/2018/2/layout/IconVerticalSolidList"/>
    <dgm:cxn modelId="{20DA8595-BD04-4141-9681-283E959D720A}" type="presParOf" srcId="{E227A583-856E-4797-B432-10A3365D8B1E}" destId="{D00D70CF-100B-4C41-AD70-6CCCC4F95C0E}" srcOrd="0" destOrd="0" presId="urn:microsoft.com/office/officeart/2018/2/layout/IconVerticalSolidList"/>
    <dgm:cxn modelId="{9A8573D1-618E-49B2-ADA3-749E2E87251A}" type="presParOf" srcId="{E227A583-856E-4797-B432-10A3365D8B1E}" destId="{713EC017-FA75-4E4C-BFC3-A4A982CD2B65}" srcOrd="1" destOrd="0" presId="urn:microsoft.com/office/officeart/2018/2/layout/IconVerticalSolidList"/>
    <dgm:cxn modelId="{0E734D83-EC73-4A38-986C-0FCC4BBF9DFB}" type="presParOf" srcId="{E227A583-856E-4797-B432-10A3365D8B1E}" destId="{AC8FC343-4C0F-46B3-A85C-512931500663}" srcOrd="2" destOrd="0" presId="urn:microsoft.com/office/officeart/2018/2/layout/IconVerticalSolidList"/>
    <dgm:cxn modelId="{1249A18F-94DA-4C6A-B463-FCD0D7B2CED4}" type="presParOf" srcId="{E227A583-856E-4797-B432-10A3365D8B1E}" destId="{65BDDA4C-290C-46E6-BAFA-33345078A752}" srcOrd="3" destOrd="0" presId="urn:microsoft.com/office/officeart/2018/2/layout/IconVerticalSolidList"/>
    <dgm:cxn modelId="{AC9EB7BF-537D-466F-9814-F64C1AD4F8A0}" type="presParOf" srcId="{6066DFC6-3282-4C44-8747-6A0EA0609289}" destId="{52425245-5A9B-4855-AF7D-0C67CC94CFEE}" srcOrd="11" destOrd="0" presId="urn:microsoft.com/office/officeart/2018/2/layout/IconVerticalSolidList"/>
    <dgm:cxn modelId="{6451BFEB-7536-4935-AEAD-B941B8D2146F}" type="presParOf" srcId="{6066DFC6-3282-4C44-8747-6A0EA0609289}" destId="{CA598D02-4B6F-4697-8796-718D122EA9F6}" srcOrd="12" destOrd="0" presId="urn:microsoft.com/office/officeart/2018/2/layout/IconVerticalSolidList"/>
    <dgm:cxn modelId="{8E873DA8-E237-4462-8771-C8A238FDB699}" type="presParOf" srcId="{CA598D02-4B6F-4697-8796-718D122EA9F6}" destId="{5F2BFAC3-81E6-4405-971C-2AC2C7376BF8}" srcOrd="0" destOrd="0" presId="urn:microsoft.com/office/officeart/2018/2/layout/IconVerticalSolidList"/>
    <dgm:cxn modelId="{444C21B5-DF92-4033-901E-B01350635060}" type="presParOf" srcId="{CA598D02-4B6F-4697-8796-718D122EA9F6}" destId="{1087B05C-EE09-449C-9A1C-6F2F45F46CBE}" srcOrd="1" destOrd="0" presId="urn:microsoft.com/office/officeart/2018/2/layout/IconVerticalSolidList"/>
    <dgm:cxn modelId="{7ADD8B3C-8710-4394-911E-1DBAAB78C78A}" type="presParOf" srcId="{CA598D02-4B6F-4697-8796-718D122EA9F6}" destId="{AD0FE141-CF9F-46BF-BC09-2D3E4880A98C}" srcOrd="2" destOrd="0" presId="urn:microsoft.com/office/officeart/2018/2/layout/IconVerticalSolidList"/>
    <dgm:cxn modelId="{16A226B9-6A40-46E3-9FCC-87414850896F}" type="presParOf" srcId="{CA598D02-4B6F-4697-8796-718D122EA9F6}" destId="{886009A4-7DAA-4F76-8FB8-0CEB5387AB62}" srcOrd="3" destOrd="0" presId="urn:microsoft.com/office/officeart/2018/2/layout/IconVerticalSolidList"/>
    <dgm:cxn modelId="{4B4D401F-29D6-4403-AA4E-6C0575E12FDE}" type="presParOf" srcId="{6066DFC6-3282-4C44-8747-6A0EA0609289}" destId="{EAC17311-9290-4414-A6C9-9160AE823784}" srcOrd="13" destOrd="0" presId="urn:microsoft.com/office/officeart/2018/2/layout/IconVerticalSolidList"/>
    <dgm:cxn modelId="{4DC29469-2A93-49AB-A1A1-E7DC4C982BEF}" type="presParOf" srcId="{6066DFC6-3282-4C44-8747-6A0EA0609289}" destId="{6C00D702-B2B1-4264-A13E-2231B75BFA58}" srcOrd="14" destOrd="0" presId="urn:microsoft.com/office/officeart/2018/2/layout/IconVerticalSolidList"/>
    <dgm:cxn modelId="{0BD5DB27-5DBE-4A97-A84E-1DAC40CB14DB}" type="presParOf" srcId="{6C00D702-B2B1-4264-A13E-2231B75BFA58}" destId="{176256FD-7E7F-45DC-809F-1733461034A5}" srcOrd="0" destOrd="0" presId="urn:microsoft.com/office/officeart/2018/2/layout/IconVerticalSolidList"/>
    <dgm:cxn modelId="{6380B3A2-AD79-49DC-8E9F-3C8DF84441DF}" type="presParOf" srcId="{6C00D702-B2B1-4264-A13E-2231B75BFA58}" destId="{42EC6D29-31B3-4B37-8708-B771E1530AD2}" srcOrd="1" destOrd="0" presId="urn:microsoft.com/office/officeart/2018/2/layout/IconVerticalSolidList"/>
    <dgm:cxn modelId="{B3C6FCAA-F08F-443E-91D3-14A95DC59584}" type="presParOf" srcId="{6C00D702-B2B1-4264-A13E-2231B75BFA58}" destId="{350AC4DA-3B54-4654-B958-32D1C005FA78}" srcOrd="2" destOrd="0" presId="urn:microsoft.com/office/officeart/2018/2/layout/IconVerticalSolidList"/>
    <dgm:cxn modelId="{3AA08DCE-7EF4-4864-A2AA-B2A2330E515F}" type="presParOf" srcId="{6C00D702-B2B1-4264-A13E-2231B75BFA58}" destId="{C84061F0-D7DB-4DD0-91BE-425E5D699C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B1C873-C1A2-46A9-834C-2A365DBD3EC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43F441-FFC4-4165-A422-E1A436B36153}">
      <dgm:prSet/>
      <dgm:spPr/>
      <dgm:t>
        <a:bodyPr/>
        <a:lstStyle/>
        <a:p>
          <a:r>
            <a:rPr lang="fr-FR"/>
            <a:t>Routine </a:t>
          </a:r>
          <a:endParaRPr lang="en-US"/>
        </a:p>
      </dgm:t>
    </dgm:pt>
    <dgm:pt modelId="{B18502D0-C134-4CFC-BEFD-11B8F1C24B61}" type="parTrans" cxnId="{D3A08951-EBF8-494E-8019-D0949A0EE35C}">
      <dgm:prSet/>
      <dgm:spPr/>
      <dgm:t>
        <a:bodyPr/>
        <a:lstStyle/>
        <a:p>
          <a:endParaRPr lang="en-US"/>
        </a:p>
      </dgm:t>
    </dgm:pt>
    <dgm:pt modelId="{C423D10F-8013-4208-B38D-4EB93F32DBD0}" type="sibTrans" cxnId="{D3A08951-EBF8-494E-8019-D0949A0EE35C}">
      <dgm:prSet/>
      <dgm:spPr/>
      <dgm:t>
        <a:bodyPr/>
        <a:lstStyle/>
        <a:p>
          <a:endParaRPr lang="en-US"/>
        </a:p>
      </dgm:t>
    </dgm:pt>
    <dgm:pt modelId="{5300893A-BF7B-43EB-9CBE-860F3F2B91BE}">
      <dgm:prSet/>
      <dgm:spPr/>
      <dgm:t>
        <a:bodyPr/>
        <a:lstStyle/>
        <a:p>
          <a:r>
            <a:rPr lang="fr-FR" dirty="0"/>
            <a:t>Type onduleur ?</a:t>
          </a:r>
          <a:endParaRPr lang="en-US" dirty="0"/>
        </a:p>
      </dgm:t>
    </dgm:pt>
    <dgm:pt modelId="{666A0F3F-3723-411C-8F3C-DE13FE005CF8}" type="parTrans" cxnId="{1B5BAC82-F885-4792-9EDB-0167B6969C14}">
      <dgm:prSet/>
      <dgm:spPr/>
      <dgm:t>
        <a:bodyPr/>
        <a:lstStyle/>
        <a:p>
          <a:endParaRPr lang="en-US"/>
        </a:p>
      </dgm:t>
    </dgm:pt>
    <dgm:pt modelId="{9B5B9B9B-3AFD-4840-9C11-EBAE9B0B918A}" type="sibTrans" cxnId="{1B5BAC82-F885-4792-9EDB-0167B6969C14}">
      <dgm:prSet/>
      <dgm:spPr/>
      <dgm:t>
        <a:bodyPr/>
        <a:lstStyle/>
        <a:p>
          <a:endParaRPr lang="en-US"/>
        </a:p>
      </dgm:t>
    </dgm:pt>
    <dgm:pt modelId="{D18EACD5-8DA8-47BB-84FA-F48DA767079C}">
      <dgm:prSet/>
      <dgm:spPr/>
      <dgm:t>
        <a:bodyPr/>
        <a:lstStyle/>
        <a:p>
          <a:r>
            <a:rPr lang="fr-FR"/>
            <a:t>Modbus</a:t>
          </a:r>
          <a:endParaRPr lang="en-US"/>
        </a:p>
      </dgm:t>
    </dgm:pt>
    <dgm:pt modelId="{007736F1-8C2C-45A9-B271-90FCD6A368EB}" type="parTrans" cxnId="{8AD2D80A-64F7-4BB7-8E0E-E7E71E73D951}">
      <dgm:prSet/>
      <dgm:spPr/>
      <dgm:t>
        <a:bodyPr/>
        <a:lstStyle/>
        <a:p>
          <a:endParaRPr lang="en-US"/>
        </a:p>
      </dgm:t>
    </dgm:pt>
    <dgm:pt modelId="{62106D7F-39B3-4D51-A8AE-32E0B0392A4B}" type="sibTrans" cxnId="{8AD2D80A-64F7-4BB7-8E0E-E7E71E73D951}">
      <dgm:prSet/>
      <dgm:spPr/>
      <dgm:t>
        <a:bodyPr/>
        <a:lstStyle/>
        <a:p>
          <a:endParaRPr lang="en-US"/>
        </a:p>
      </dgm:t>
    </dgm:pt>
    <dgm:pt modelId="{63C6A40B-D563-4485-814B-F39437111E88}">
      <dgm:prSet/>
      <dgm:spPr/>
      <dgm:t>
        <a:bodyPr/>
        <a:lstStyle/>
        <a:p>
          <a:r>
            <a:rPr lang="fr-FR"/>
            <a:t>Crée un fichier csv toutes les 10 mins avec les valeurs demandées </a:t>
          </a:r>
          <a:endParaRPr lang="en-US"/>
        </a:p>
      </dgm:t>
    </dgm:pt>
    <dgm:pt modelId="{B39B8771-F961-427A-BDA7-469B0F0BF5C5}" type="parTrans" cxnId="{9E7DD8AA-C6B9-4044-BE1F-2C6147F4F8B3}">
      <dgm:prSet/>
      <dgm:spPr/>
      <dgm:t>
        <a:bodyPr/>
        <a:lstStyle/>
        <a:p>
          <a:endParaRPr lang="en-US"/>
        </a:p>
      </dgm:t>
    </dgm:pt>
    <dgm:pt modelId="{5DA34364-B407-4E6B-A888-DE5E8F6FFBEC}" type="sibTrans" cxnId="{9E7DD8AA-C6B9-4044-BE1F-2C6147F4F8B3}">
      <dgm:prSet/>
      <dgm:spPr/>
      <dgm:t>
        <a:bodyPr/>
        <a:lstStyle/>
        <a:p>
          <a:endParaRPr lang="en-US"/>
        </a:p>
      </dgm:t>
    </dgm:pt>
    <dgm:pt modelId="{DBFB3341-62E8-4D3B-8235-A9B5CE1B6D2A}">
      <dgm:prSet/>
      <dgm:spPr/>
      <dgm:t>
        <a:bodyPr/>
        <a:lstStyle/>
        <a:p>
          <a:r>
            <a:rPr lang="fr-FR"/>
            <a:t>Envoie toutes les 59 min du dernier fichier csv compressé sur le serveur FTP</a:t>
          </a:r>
          <a:endParaRPr lang="en-US"/>
        </a:p>
      </dgm:t>
    </dgm:pt>
    <dgm:pt modelId="{683A4653-C830-4312-BF11-7A012B29E732}" type="parTrans" cxnId="{E707FF9E-9777-470F-B93C-CDF3F17F1DD4}">
      <dgm:prSet/>
      <dgm:spPr/>
      <dgm:t>
        <a:bodyPr/>
        <a:lstStyle/>
        <a:p>
          <a:endParaRPr lang="en-US"/>
        </a:p>
      </dgm:t>
    </dgm:pt>
    <dgm:pt modelId="{5E3A5FA1-AB2C-46B4-8825-BE4B0941D228}" type="sibTrans" cxnId="{E707FF9E-9777-470F-B93C-CDF3F17F1DD4}">
      <dgm:prSet/>
      <dgm:spPr/>
      <dgm:t>
        <a:bodyPr/>
        <a:lstStyle/>
        <a:p>
          <a:endParaRPr lang="en-US"/>
        </a:p>
      </dgm:t>
    </dgm:pt>
    <dgm:pt modelId="{1A12D3CA-9614-4DC0-98C9-5E9AF6CD8A99}" type="pres">
      <dgm:prSet presAssocID="{96B1C873-C1A2-46A9-834C-2A365DBD3EC5}" presName="outerComposite" presStyleCnt="0">
        <dgm:presLayoutVars>
          <dgm:chMax val="5"/>
          <dgm:dir/>
          <dgm:resizeHandles val="exact"/>
        </dgm:presLayoutVars>
      </dgm:prSet>
      <dgm:spPr/>
    </dgm:pt>
    <dgm:pt modelId="{832B542C-21A2-44D0-BEBF-DFC4566E0323}" type="pres">
      <dgm:prSet presAssocID="{96B1C873-C1A2-46A9-834C-2A365DBD3EC5}" presName="dummyMaxCanvas" presStyleCnt="0">
        <dgm:presLayoutVars/>
      </dgm:prSet>
      <dgm:spPr/>
    </dgm:pt>
    <dgm:pt modelId="{C0A264C4-B9E3-4603-A019-16CD51BB2F15}" type="pres">
      <dgm:prSet presAssocID="{96B1C873-C1A2-46A9-834C-2A365DBD3EC5}" presName="FiveNodes_1" presStyleLbl="node1" presStyleIdx="0" presStyleCnt="5">
        <dgm:presLayoutVars>
          <dgm:bulletEnabled val="1"/>
        </dgm:presLayoutVars>
      </dgm:prSet>
      <dgm:spPr/>
    </dgm:pt>
    <dgm:pt modelId="{E974A7BD-D0BE-4004-8586-AD5AFA962273}" type="pres">
      <dgm:prSet presAssocID="{96B1C873-C1A2-46A9-834C-2A365DBD3EC5}" presName="FiveNodes_2" presStyleLbl="node1" presStyleIdx="1" presStyleCnt="5" custLinFactNeighborY="2363">
        <dgm:presLayoutVars>
          <dgm:bulletEnabled val="1"/>
        </dgm:presLayoutVars>
      </dgm:prSet>
      <dgm:spPr/>
    </dgm:pt>
    <dgm:pt modelId="{CFF0D523-2787-44E9-B992-BC95CA64BFBB}" type="pres">
      <dgm:prSet presAssocID="{96B1C873-C1A2-46A9-834C-2A365DBD3EC5}" presName="FiveNodes_3" presStyleLbl="node1" presStyleIdx="2" presStyleCnt="5">
        <dgm:presLayoutVars>
          <dgm:bulletEnabled val="1"/>
        </dgm:presLayoutVars>
      </dgm:prSet>
      <dgm:spPr/>
    </dgm:pt>
    <dgm:pt modelId="{C4D56E9A-A468-419E-8693-EDA4E0A8BA57}" type="pres">
      <dgm:prSet presAssocID="{96B1C873-C1A2-46A9-834C-2A365DBD3EC5}" presName="FiveNodes_4" presStyleLbl="node1" presStyleIdx="3" presStyleCnt="5">
        <dgm:presLayoutVars>
          <dgm:bulletEnabled val="1"/>
        </dgm:presLayoutVars>
      </dgm:prSet>
      <dgm:spPr/>
    </dgm:pt>
    <dgm:pt modelId="{C8BD05CC-ACE5-4C65-9BCC-EC4932773210}" type="pres">
      <dgm:prSet presAssocID="{96B1C873-C1A2-46A9-834C-2A365DBD3EC5}" presName="FiveNodes_5" presStyleLbl="node1" presStyleIdx="4" presStyleCnt="5">
        <dgm:presLayoutVars>
          <dgm:bulletEnabled val="1"/>
        </dgm:presLayoutVars>
      </dgm:prSet>
      <dgm:spPr/>
    </dgm:pt>
    <dgm:pt modelId="{D77E6AAC-3672-4C0E-97DB-4E97D6776C98}" type="pres">
      <dgm:prSet presAssocID="{96B1C873-C1A2-46A9-834C-2A365DBD3EC5}" presName="FiveConn_1-2" presStyleLbl="fgAccFollowNode1" presStyleIdx="0" presStyleCnt="4">
        <dgm:presLayoutVars>
          <dgm:bulletEnabled val="1"/>
        </dgm:presLayoutVars>
      </dgm:prSet>
      <dgm:spPr/>
    </dgm:pt>
    <dgm:pt modelId="{C81D8BA1-2900-4B6D-86C8-56D04667F268}" type="pres">
      <dgm:prSet presAssocID="{96B1C873-C1A2-46A9-834C-2A365DBD3EC5}" presName="FiveConn_2-3" presStyleLbl="fgAccFollowNode1" presStyleIdx="1" presStyleCnt="4">
        <dgm:presLayoutVars>
          <dgm:bulletEnabled val="1"/>
        </dgm:presLayoutVars>
      </dgm:prSet>
      <dgm:spPr/>
    </dgm:pt>
    <dgm:pt modelId="{F313765D-7540-4C3F-ADE8-8E0496243055}" type="pres">
      <dgm:prSet presAssocID="{96B1C873-C1A2-46A9-834C-2A365DBD3EC5}" presName="FiveConn_3-4" presStyleLbl="fgAccFollowNode1" presStyleIdx="2" presStyleCnt="4">
        <dgm:presLayoutVars>
          <dgm:bulletEnabled val="1"/>
        </dgm:presLayoutVars>
      </dgm:prSet>
      <dgm:spPr/>
    </dgm:pt>
    <dgm:pt modelId="{A62EAD9E-E5AD-42EE-A5D2-A1F1BAFA25A9}" type="pres">
      <dgm:prSet presAssocID="{96B1C873-C1A2-46A9-834C-2A365DBD3EC5}" presName="FiveConn_4-5" presStyleLbl="fgAccFollowNode1" presStyleIdx="3" presStyleCnt="4">
        <dgm:presLayoutVars>
          <dgm:bulletEnabled val="1"/>
        </dgm:presLayoutVars>
      </dgm:prSet>
      <dgm:spPr/>
    </dgm:pt>
    <dgm:pt modelId="{E775AE8A-8CB0-4601-80E1-890BB8C5ED8A}" type="pres">
      <dgm:prSet presAssocID="{96B1C873-C1A2-46A9-834C-2A365DBD3EC5}" presName="FiveNodes_1_text" presStyleLbl="node1" presStyleIdx="4" presStyleCnt="5">
        <dgm:presLayoutVars>
          <dgm:bulletEnabled val="1"/>
        </dgm:presLayoutVars>
      </dgm:prSet>
      <dgm:spPr/>
    </dgm:pt>
    <dgm:pt modelId="{8D61EAEA-75AD-478D-99BE-6401393E36EB}" type="pres">
      <dgm:prSet presAssocID="{96B1C873-C1A2-46A9-834C-2A365DBD3EC5}" presName="FiveNodes_2_text" presStyleLbl="node1" presStyleIdx="4" presStyleCnt="5">
        <dgm:presLayoutVars>
          <dgm:bulletEnabled val="1"/>
        </dgm:presLayoutVars>
      </dgm:prSet>
      <dgm:spPr/>
    </dgm:pt>
    <dgm:pt modelId="{A6648C10-DE54-4C72-B1AA-BB3E62E3E94D}" type="pres">
      <dgm:prSet presAssocID="{96B1C873-C1A2-46A9-834C-2A365DBD3EC5}" presName="FiveNodes_3_text" presStyleLbl="node1" presStyleIdx="4" presStyleCnt="5">
        <dgm:presLayoutVars>
          <dgm:bulletEnabled val="1"/>
        </dgm:presLayoutVars>
      </dgm:prSet>
      <dgm:spPr/>
    </dgm:pt>
    <dgm:pt modelId="{BE37C2E4-8693-4CA3-9C1E-EAB73DDB479E}" type="pres">
      <dgm:prSet presAssocID="{96B1C873-C1A2-46A9-834C-2A365DBD3EC5}" presName="FiveNodes_4_text" presStyleLbl="node1" presStyleIdx="4" presStyleCnt="5">
        <dgm:presLayoutVars>
          <dgm:bulletEnabled val="1"/>
        </dgm:presLayoutVars>
      </dgm:prSet>
      <dgm:spPr/>
    </dgm:pt>
    <dgm:pt modelId="{07954D0C-528D-49D0-943B-73C82CC1415F}" type="pres">
      <dgm:prSet presAssocID="{96B1C873-C1A2-46A9-834C-2A365DBD3EC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24FA01-C20B-4C20-8A8E-54DA19AF3049}" type="presOf" srcId="{8743F441-FFC4-4165-A422-E1A436B36153}" destId="{C0A264C4-B9E3-4603-A019-16CD51BB2F15}" srcOrd="0" destOrd="0" presId="urn:microsoft.com/office/officeart/2005/8/layout/vProcess5"/>
    <dgm:cxn modelId="{8AD2D80A-64F7-4BB7-8E0E-E7E71E73D951}" srcId="{96B1C873-C1A2-46A9-834C-2A365DBD3EC5}" destId="{D18EACD5-8DA8-47BB-84FA-F48DA767079C}" srcOrd="2" destOrd="0" parTransId="{007736F1-8C2C-45A9-B271-90FCD6A368EB}" sibTransId="{62106D7F-39B3-4D51-A8AE-32E0B0392A4B}"/>
    <dgm:cxn modelId="{370A531E-CAF3-4143-BBE7-6D6AE3AF3011}" type="presOf" srcId="{9B5B9B9B-3AFD-4840-9C11-EBAE9B0B918A}" destId="{C81D8BA1-2900-4B6D-86C8-56D04667F268}" srcOrd="0" destOrd="0" presId="urn:microsoft.com/office/officeart/2005/8/layout/vProcess5"/>
    <dgm:cxn modelId="{35FE2338-312F-4CEC-9E32-0F3F79B9A9FD}" type="presOf" srcId="{63C6A40B-D563-4485-814B-F39437111E88}" destId="{BE37C2E4-8693-4CA3-9C1E-EAB73DDB479E}" srcOrd="1" destOrd="0" presId="urn:microsoft.com/office/officeart/2005/8/layout/vProcess5"/>
    <dgm:cxn modelId="{2DAA5A46-C952-4863-968C-D5ED1937DB36}" type="presOf" srcId="{5300893A-BF7B-43EB-9CBE-860F3F2B91BE}" destId="{E974A7BD-D0BE-4004-8586-AD5AFA962273}" srcOrd="0" destOrd="0" presId="urn:microsoft.com/office/officeart/2005/8/layout/vProcess5"/>
    <dgm:cxn modelId="{FE5BAA6D-144C-4A18-93EE-19EDCC843811}" type="presOf" srcId="{C423D10F-8013-4208-B38D-4EB93F32DBD0}" destId="{D77E6AAC-3672-4C0E-97DB-4E97D6776C98}" srcOrd="0" destOrd="0" presId="urn:microsoft.com/office/officeart/2005/8/layout/vProcess5"/>
    <dgm:cxn modelId="{D3A08951-EBF8-494E-8019-D0949A0EE35C}" srcId="{96B1C873-C1A2-46A9-834C-2A365DBD3EC5}" destId="{8743F441-FFC4-4165-A422-E1A436B36153}" srcOrd="0" destOrd="0" parTransId="{B18502D0-C134-4CFC-BEFD-11B8F1C24B61}" sibTransId="{C423D10F-8013-4208-B38D-4EB93F32DBD0}"/>
    <dgm:cxn modelId="{B436297A-25EB-46EF-B7F8-6FFDBE1110E6}" type="presOf" srcId="{63C6A40B-D563-4485-814B-F39437111E88}" destId="{C4D56E9A-A468-419E-8693-EDA4E0A8BA57}" srcOrd="0" destOrd="0" presId="urn:microsoft.com/office/officeart/2005/8/layout/vProcess5"/>
    <dgm:cxn modelId="{1B5BAC82-F885-4792-9EDB-0167B6969C14}" srcId="{96B1C873-C1A2-46A9-834C-2A365DBD3EC5}" destId="{5300893A-BF7B-43EB-9CBE-860F3F2B91BE}" srcOrd="1" destOrd="0" parTransId="{666A0F3F-3723-411C-8F3C-DE13FE005CF8}" sibTransId="{9B5B9B9B-3AFD-4840-9C11-EBAE9B0B918A}"/>
    <dgm:cxn modelId="{E707FF9E-9777-470F-B93C-CDF3F17F1DD4}" srcId="{96B1C873-C1A2-46A9-834C-2A365DBD3EC5}" destId="{DBFB3341-62E8-4D3B-8235-A9B5CE1B6D2A}" srcOrd="4" destOrd="0" parTransId="{683A4653-C830-4312-BF11-7A012B29E732}" sibTransId="{5E3A5FA1-AB2C-46B4-8825-BE4B0941D228}"/>
    <dgm:cxn modelId="{E83606A5-AFAC-44DF-9AA5-FA5FBF8D21FF}" type="presOf" srcId="{5300893A-BF7B-43EB-9CBE-860F3F2B91BE}" destId="{8D61EAEA-75AD-478D-99BE-6401393E36EB}" srcOrd="1" destOrd="0" presId="urn:microsoft.com/office/officeart/2005/8/layout/vProcess5"/>
    <dgm:cxn modelId="{FE949DA7-E291-4BE2-A07F-E45ABE5F607C}" type="presOf" srcId="{D18EACD5-8DA8-47BB-84FA-F48DA767079C}" destId="{A6648C10-DE54-4C72-B1AA-BB3E62E3E94D}" srcOrd="1" destOrd="0" presId="urn:microsoft.com/office/officeart/2005/8/layout/vProcess5"/>
    <dgm:cxn modelId="{8A1688AA-D5FE-4675-8782-2A14F61F3237}" type="presOf" srcId="{D18EACD5-8DA8-47BB-84FA-F48DA767079C}" destId="{CFF0D523-2787-44E9-B992-BC95CA64BFBB}" srcOrd="0" destOrd="0" presId="urn:microsoft.com/office/officeart/2005/8/layout/vProcess5"/>
    <dgm:cxn modelId="{9E7DD8AA-C6B9-4044-BE1F-2C6147F4F8B3}" srcId="{96B1C873-C1A2-46A9-834C-2A365DBD3EC5}" destId="{63C6A40B-D563-4485-814B-F39437111E88}" srcOrd="3" destOrd="0" parTransId="{B39B8771-F961-427A-BDA7-469B0F0BF5C5}" sibTransId="{5DA34364-B407-4E6B-A888-DE5E8F6FFBEC}"/>
    <dgm:cxn modelId="{6BB3D9C2-51AB-48E4-B924-DB81891EAF83}" type="presOf" srcId="{DBFB3341-62E8-4D3B-8235-A9B5CE1B6D2A}" destId="{C8BD05CC-ACE5-4C65-9BCC-EC4932773210}" srcOrd="0" destOrd="0" presId="urn:microsoft.com/office/officeart/2005/8/layout/vProcess5"/>
    <dgm:cxn modelId="{0220C8D3-AC99-4DC4-B348-24075D99A272}" type="presOf" srcId="{DBFB3341-62E8-4D3B-8235-A9B5CE1B6D2A}" destId="{07954D0C-528D-49D0-943B-73C82CC1415F}" srcOrd="1" destOrd="0" presId="urn:microsoft.com/office/officeart/2005/8/layout/vProcess5"/>
    <dgm:cxn modelId="{895D83D9-00F9-4947-9CDB-229AA15BFDC8}" type="presOf" srcId="{8743F441-FFC4-4165-A422-E1A436B36153}" destId="{E775AE8A-8CB0-4601-80E1-890BB8C5ED8A}" srcOrd="1" destOrd="0" presId="urn:microsoft.com/office/officeart/2005/8/layout/vProcess5"/>
    <dgm:cxn modelId="{24C452F0-AA7C-4F4F-ACFA-771EFD97419A}" type="presOf" srcId="{96B1C873-C1A2-46A9-834C-2A365DBD3EC5}" destId="{1A12D3CA-9614-4DC0-98C9-5E9AF6CD8A99}" srcOrd="0" destOrd="0" presId="urn:microsoft.com/office/officeart/2005/8/layout/vProcess5"/>
    <dgm:cxn modelId="{686E47F6-B74C-4616-8A73-B92E854E566F}" type="presOf" srcId="{62106D7F-39B3-4D51-A8AE-32E0B0392A4B}" destId="{F313765D-7540-4C3F-ADE8-8E0496243055}" srcOrd="0" destOrd="0" presId="urn:microsoft.com/office/officeart/2005/8/layout/vProcess5"/>
    <dgm:cxn modelId="{FBE854F7-5AEA-4E0F-A196-24B7A5C1CEBC}" type="presOf" srcId="{5DA34364-B407-4E6B-A888-DE5E8F6FFBEC}" destId="{A62EAD9E-E5AD-42EE-A5D2-A1F1BAFA25A9}" srcOrd="0" destOrd="0" presId="urn:microsoft.com/office/officeart/2005/8/layout/vProcess5"/>
    <dgm:cxn modelId="{29B9FFC4-D581-4AD0-BA90-A4E54E84D253}" type="presParOf" srcId="{1A12D3CA-9614-4DC0-98C9-5E9AF6CD8A99}" destId="{832B542C-21A2-44D0-BEBF-DFC4566E0323}" srcOrd="0" destOrd="0" presId="urn:microsoft.com/office/officeart/2005/8/layout/vProcess5"/>
    <dgm:cxn modelId="{B81A6E09-BABC-4A4E-9048-64C018302A8C}" type="presParOf" srcId="{1A12D3CA-9614-4DC0-98C9-5E9AF6CD8A99}" destId="{C0A264C4-B9E3-4603-A019-16CD51BB2F15}" srcOrd="1" destOrd="0" presId="urn:microsoft.com/office/officeart/2005/8/layout/vProcess5"/>
    <dgm:cxn modelId="{BF2B2061-4AF9-4828-9AF8-C7CE273CA9A0}" type="presParOf" srcId="{1A12D3CA-9614-4DC0-98C9-5E9AF6CD8A99}" destId="{E974A7BD-D0BE-4004-8586-AD5AFA962273}" srcOrd="2" destOrd="0" presId="urn:microsoft.com/office/officeart/2005/8/layout/vProcess5"/>
    <dgm:cxn modelId="{2157B918-7A95-4518-8451-DAC47B08B478}" type="presParOf" srcId="{1A12D3CA-9614-4DC0-98C9-5E9AF6CD8A99}" destId="{CFF0D523-2787-44E9-B992-BC95CA64BFBB}" srcOrd="3" destOrd="0" presId="urn:microsoft.com/office/officeart/2005/8/layout/vProcess5"/>
    <dgm:cxn modelId="{86B584DF-9FC0-44A7-B846-DA93FF0AF21B}" type="presParOf" srcId="{1A12D3CA-9614-4DC0-98C9-5E9AF6CD8A99}" destId="{C4D56E9A-A468-419E-8693-EDA4E0A8BA57}" srcOrd="4" destOrd="0" presId="urn:microsoft.com/office/officeart/2005/8/layout/vProcess5"/>
    <dgm:cxn modelId="{07C93F88-7D69-4E61-B6A9-CF0D40EAACA1}" type="presParOf" srcId="{1A12D3CA-9614-4DC0-98C9-5E9AF6CD8A99}" destId="{C8BD05CC-ACE5-4C65-9BCC-EC4932773210}" srcOrd="5" destOrd="0" presId="urn:microsoft.com/office/officeart/2005/8/layout/vProcess5"/>
    <dgm:cxn modelId="{67EB4799-837B-430D-89E0-8BC77FE2E646}" type="presParOf" srcId="{1A12D3CA-9614-4DC0-98C9-5E9AF6CD8A99}" destId="{D77E6AAC-3672-4C0E-97DB-4E97D6776C98}" srcOrd="6" destOrd="0" presId="urn:microsoft.com/office/officeart/2005/8/layout/vProcess5"/>
    <dgm:cxn modelId="{4B2B4677-E79E-4310-A28F-8C2FDD60CA73}" type="presParOf" srcId="{1A12D3CA-9614-4DC0-98C9-5E9AF6CD8A99}" destId="{C81D8BA1-2900-4B6D-86C8-56D04667F268}" srcOrd="7" destOrd="0" presId="urn:microsoft.com/office/officeart/2005/8/layout/vProcess5"/>
    <dgm:cxn modelId="{A6CDFA5A-EBEC-40F5-BEF7-21172021718D}" type="presParOf" srcId="{1A12D3CA-9614-4DC0-98C9-5E9AF6CD8A99}" destId="{F313765D-7540-4C3F-ADE8-8E0496243055}" srcOrd="8" destOrd="0" presId="urn:microsoft.com/office/officeart/2005/8/layout/vProcess5"/>
    <dgm:cxn modelId="{67F15426-CA2E-4CE5-88E6-D03844F04828}" type="presParOf" srcId="{1A12D3CA-9614-4DC0-98C9-5E9AF6CD8A99}" destId="{A62EAD9E-E5AD-42EE-A5D2-A1F1BAFA25A9}" srcOrd="9" destOrd="0" presId="urn:microsoft.com/office/officeart/2005/8/layout/vProcess5"/>
    <dgm:cxn modelId="{75C93B78-40D4-42A9-8AE0-3C1380850547}" type="presParOf" srcId="{1A12D3CA-9614-4DC0-98C9-5E9AF6CD8A99}" destId="{E775AE8A-8CB0-4601-80E1-890BB8C5ED8A}" srcOrd="10" destOrd="0" presId="urn:microsoft.com/office/officeart/2005/8/layout/vProcess5"/>
    <dgm:cxn modelId="{4EA08E35-521E-43B9-B438-C54BAD4A4C59}" type="presParOf" srcId="{1A12D3CA-9614-4DC0-98C9-5E9AF6CD8A99}" destId="{8D61EAEA-75AD-478D-99BE-6401393E36EB}" srcOrd="11" destOrd="0" presId="urn:microsoft.com/office/officeart/2005/8/layout/vProcess5"/>
    <dgm:cxn modelId="{26D7626B-8513-4CD1-AD8C-9AFDCF3D3965}" type="presParOf" srcId="{1A12D3CA-9614-4DC0-98C9-5E9AF6CD8A99}" destId="{A6648C10-DE54-4C72-B1AA-BB3E62E3E94D}" srcOrd="12" destOrd="0" presId="urn:microsoft.com/office/officeart/2005/8/layout/vProcess5"/>
    <dgm:cxn modelId="{BF84431B-33E9-417F-9466-0B7A106B18BD}" type="presParOf" srcId="{1A12D3CA-9614-4DC0-98C9-5E9AF6CD8A99}" destId="{BE37C2E4-8693-4CA3-9C1E-EAB73DDB479E}" srcOrd="13" destOrd="0" presId="urn:microsoft.com/office/officeart/2005/8/layout/vProcess5"/>
    <dgm:cxn modelId="{8C0B5FB6-9C04-484A-BAD4-DEDC2FA2FA00}" type="presParOf" srcId="{1A12D3CA-9614-4DC0-98C9-5E9AF6CD8A99}" destId="{07954D0C-528D-49D0-943B-73C82CC1415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B53BC-0B9B-406C-AF83-E542C132FF0B}">
      <dsp:nvSpPr>
        <dsp:cNvPr id="0" name=""/>
        <dsp:cNvSpPr/>
      </dsp:nvSpPr>
      <dsp:spPr>
        <a:xfrm>
          <a:off x="0" y="558"/>
          <a:ext cx="6496050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76CC8-F1DF-478E-B586-2A606D59353E}">
      <dsp:nvSpPr>
        <dsp:cNvPr id="0" name=""/>
        <dsp:cNvSpPr/>
      </dsp:nvSpPr>
      <dsp:spPr>
        <a:xfrm>
          <a:off x="141814" y="106040"/>
          <a:ext cx="257844" cy="2578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3B519-50FB-441E-81D4-89187143BADF}">
      <dsp:nvSpPr>
        <dsp:cNvPr id="0" name=""/>
        <dsp:cNvSpPr/>
      </dsp:nvSpPr>
      <dsp:spPr>
        <a:xfrm>
          <a:off x="541473" y="558"/>
          <a:ext cx="5954576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1 Présentation de la société Emasolar</a:t>
          </a:r>
          <a:endParaRPr lang="en-US" sz="1400" kern="1200" dirty="0"/>
        </a:p>
      </dsp:txBody>
      <dsp:txXfrm>
        <a:off x="541473" y="558"/>
        <a:ext cx="5954576" cy="468808"/>
      </dsp:txXfrm>
    </dsp:sp>
    <dsp:sp modelId="{19E391EA-4642-4D8A-A479-40CDCEBD60E8}">
      <dsp:nvSpPr>
        <dsp:cNvPr id="0" name=""/>
        <dsp:cNvSpPr/>
      </dsp:nvSpPr>
      <dsp:spPr>
        <a:xfrm>
          <a:off x="0" y="586568"/>
          <a:ext cx="6496050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7A26C-4CEF-46DC-85AA-BA82701837EC}">
      <dsp:nvSpPr>
        <dsp:cNvPr id="0" name=""/>
        <dsp:cNvSpPr/>
      </dsp:nvSpPr>
      <dsp:spPr>
        <a:xfrm>
          <a:off x="141814" y="692050"/>
          <a:ext cx="257844" cy="2578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F77AB-85BD-417F-9536-933050F65CCA}">
      <dsp:nvSpPr>
        <dsp:cNvPr id="0" name=""/>
        <dsp:cNvSpPr/>
      </dsp:nvSpPr>
      <dsp:spPr>
        <a:xfrm>
          <a:off x="541473" y="586568"/>
          <a:ext cx="5954576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2 Présentation du projet « datalogger » et son contexte</a:t>
          </a:r>
          <a:endParaRPr lang="en-US" sz="1400" kern="1200" dirty="0"/>
        </a:p>
      </dsp:txBody>
      <dsp:txXfrm>
        <a:off x="541473" y="586568"/>
        <a:ext cx="5954576" cy="468808"/>
      </dsp:txXfrm>
    </dsp:sp>
    <dsp:sp modelId="{B8F86C2A-D092-4196-91B2-12C4502DB378}">
      <dsp:nvSpPr>
        <dsp:cNvPr id="0" name=""/>
        <dsp:cNvSpPr/>
      </dsp:nvSpPr>
      <dsp:spPr>
        <a:xfrm>
          <a:off x="0" y="1172579"/>
          <a:ext cx="6496050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75CEE-E3E8-4120-B541-4CF9250D2E16}">
      <dsp:nvSpPr>
        <dsp:cNvPr id="0" name=""/>
        <dsp:cNvSpPr/>
      </dsp:nvSpPr>
      <dsp:spPr>
        <a:xfrm>
          <a:off x="141814" y="1278061"/>
          <a:ext cx="257844" cy="2578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9E8DE-6BBB-40B9-B086-F9074E3933D8}">
      <dsp:nvSpPr>
        <dsp:cNvPr id="0" name=""/>
        <dsp:cNvSpPr/>
      </dsp:nvSpPr>
      <dsp:spPr>
        <a:xfrm>
          <a:off x="541473" y="1172579"/>
          <a:ext cx="5954576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3 Partie électronique : recherche hardware </a:t>
          </a:r>
          <a:endParaRPr lang="en-US" sz="1400" kern="1200" dirty="0"/>
        </a:p>
      </dsp:txBody>
      <dsp:txXfrm>
        <a:off x="541473" y="1172579"/>
        <a:ext cx="5954576" cy="468808"/>
      </dsp:txXfrm>
    </dsp:sp>
    <dsp:sp modelId="{2A7D0953-5DC0-47E8-8D42-0E1D18F02FF7}">
      <dsp:nvSpPr>
        <dsp:cNvPr id="0" name=""/>
        <dsp:cNvSpPr/>
      </dsp:nvSpPr>
      <dsp:spPr>
        <a:xfrm>
          <a:off x="0" y="1758590"/>
          <a:ext cx="6496050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25C46-7B4D-4923-A3CE-313788990A88}">
      <dsp:nvSpPr>
        <dsp:cNvPr id="0" name=""/>
        <dsp:cNvSpPr/>
      </dsp:nvSpPr>
      <dsp:spPr>
        <a:xfrm>
          <a:off x="141814" y="1864072"/>
          <a:ext cx="257844" cy="2578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D26AC-4657-499F-81A5-0E8F2EEA1C24}">
      <dsp:nvSpPr>
        <dsp:cNvPr id="0" name=""/>
        <dsp:cNvSpPr/>
      </dsp:nvSpPr>
      <dsp:spPr>
        <a:xfrm>
          <a:off x="541473" y="1758590"/>
          <a:ext cx="5954576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4 Partie informatique</a:t>
          </a:r>
          <a:endParaRPr lang="en-US" sz="1400" kern="1200" dirty="0"/>
        </a:p>
      </dsp:txBody>
      <dsp:txXfrm>
        <a:off x="541473" y="1758590"/>
        <a:ext cx="5954576" cy="468808"/>
      </dsp:txXfrm>
    </dsp:sp>
    <dsp:sp modelId="{BAC2F651-CBCC-42EB-9950-895886714C4E}">
      <dsp:nvSpPr>
        <dsp:cNvPr id="0" name=""/>
        <dsp:cNvSpPr/>
      </dsp:nvSpPr>
      <dsp:spPr>
        <a:xfrm>
          <a:off x="0" y="2344601"/>
          <a:ext cx="6496050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BDC19-DC29-4EAA-9863-A531377D7A20}">
      <dsp:nvSpPr>
        <dsp:cNvPr id="0" name=""/>
        <dsp:cNvSpPr/>
      </dsp:nvSpPr>
      <dsp:spPr>
        <a:xfrm>
          <a:off x="141814" y="2450083"/>
          <a:ext cx="257844" cy="2578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EF093-A701-4529-83FF-78589835F60B}">
      <dsp:nvSpPr>
        <dsp:cNvPr id="0" name=""/>
        <dsp:cNvSpPr/>
      </dsp:nvSpPr>
      <dsp:spPr>
        <a:xfrm>
          <a:off x="541473" y="2344601"/>
          <a:ext cx="5954576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5 Les difficultés rencontrés</a:t>
          </a:r>
          <a:endParaRPr lang="en-US" sz="1400" kern="1200" dirty="0"/>
        </a:p>
      </dsp:txBody>
      <dsp:txXfrm>
        <a:off x="541473" y="2344601"/>
        <a:ext cx="5954576" cy="468808"/>
      </dsp:txXfrm>
    </dsp:sp>
    <dsp:sp modelId="{D00D70CF-100B-4C41-AD70-6CCCC4F95C0E}">
      <dsp:nvSpPr>
        <dsp:cNvPr id="0" name=""/>
        <dsp:cNvSpPr/>
      </dsp:nvSpPr>
      <dsp:spPr>
        <a:xfrm>
          <a:off x="0" y="2930611"/>
          <a:ext cx="6496050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EC017-FA75-4E4C-BFC3-A4A982CD2B65}">
      <dsp:nvSpPr>
        <dsp:cNvPr id="0" name=""/>
        <dsp:cNvSpPr/>
      </dsp:nvSpPr>
      <dsp:spPr>
        <a:xfrm>
          <a:off x="141814" y="3036093"/>
          <a:ext cx="257844" cy="2578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DDA4C-290C-46E6-BAFA-33345078A752}">
      <dsp:nvSpPr>
        <dsp:cNvPr id="0" name=""/>
        <dsp:cNvSpPr/>
      </dsp:nvSpPr>
      <dsp:spPr>
        <a:xfrm>
          <a:off x="541473" y="2930611"/>
          <a:ext cx="5954576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6 Les tests et essais réalisés </a:t>
          </a:r>
          <a:endParaRPr lang="en-US" sz="1400" kern="1200" dirty="0"/>
        </a:p>
      </dsp:txBody>
      <dsp:txXfrm>
        <a:off x="541473" y="2930611"/>
        <a:ext cx="5954576" cy="468808"/>
      </dsp:txXfrm>
    </dsp:sp>
    <dsp:sp modelId="{5F2BFAC3-81E6-4405-971C-2AC2C7376BF8}">
      <dsp:nvSpPr>
        <dsp:cNvPr id="0" name=""/>
        <dsp:cNvSpPr/>
      </dsp:nvSpPr>
      <dsp:spPr>
        <a:xfrm>
          <a:off x="0" y="3516622"/>
          <a:ext cx="6496050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7B05C-EE09-449C-9A1C-6F2F45F46CBE}">
      <dsp:nvSpPr>
        <dsp:cNvPr id="0" name=""/>
        <dsp:cNvSpPr/>
      </dsp:nvSpPr>
      <dsp:spPr>
        <a:xfrm>
          <a:off x="141814" y="3622104"/>
          <a:ext cx="257844" cy="25784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6009A4-7DAA-4F76-8FB8-0CEB5387AB62}">
      <dsp:nvSpPr>
        <dsp:cNvPr id="0" name=""/>
        <dsp:cNvSpPr/>
      </dsp:nvSpPr>
      <dsp:spPr>
        <a:xfrm>
          <a:off x="541473" y="3516622"/>
          <a:ext cx="5954576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7 Le bilan technique, état d’avancement final et bilan personnel</a:t>
          </a:r>
          <a:endParaRPr lang="en-US" sz="1400" kern="1200" dirty="0"/>
        </a:p>
      </dsp:txBody>
      <dsp:txXfrm>
        <a:off x="541473" y="3516622"/>
        <a:ext cx="5954576" cy="468808"/>
      </dsp:txXfrm>
    </dsp:sp>
    <dsp:sp modelId="{176256FD-7E7F-45DC-809F-1733461034A5}">
      <dsp:nvSpPr>
        <dsp:cNvPr id="0" name=""/>
        <dsp:cNvSpPr/>
      </dsp:nvSpPr>
      <dsp:spPr>
        <a:xfrm>
          <a:off x="0" y="4102633"/>
          <a:ext cx="6496050" cy="4688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EC6D29-31B3-4B37-8708-B771E1530AD2}">
      <dsp:nvSpPr>
        <dsp:cNvPr id="0" name=""/>
        <dsp:cNvSpPr/>
      </dsp:nvSpPr>
      <dsp:spPr>
        <a:xfrm>
          <a:off x="141814" y="4208115"/>
          <a:ext cx="257844" cy="25784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061F0-D7DB-4DD0-91BE-425E5D699C75}">
      <dsp:nvSpPr>
        <dsp:cNvPr id="0" name=""/>
        <dsp:cNvSpPr/>
      </dsp:nvSpPr>
      <dsp:spPr>
        <a:xfrm>
          <a:off x="541473" y="4102633"/>
          <a:ext cx="5954576" cy="468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616" tIns="49616" rIns="49616" bIns="4961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8 Sources utilisées</a:t>
          </a:r>
          <a:endParaRPr lang="en-US" sz="1400" kern="1200" dirty="0"/>
        </a:p>
      </dsp:txBody>
      <dsp:txXfrm>
        <a:off x="541473" y="4102633"/>
        <a:ext cx="5954576" cy="4688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264C4-B9E3-4603-A019-16CD51BB2F15}">
      <dsp:nvSpPr>
        <dsp:cNvPr id="0" name=""/>
        <dsp:cNvSpPr/>
      </dsp:nvSpPr>
      <dsp:spPr>
        <a:xfrm>
          <a:off x="0" y="0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Routine </a:t>
          </a:r>
          <a:endParaRPr lang="en-US" sz="1900" kern="1200"/>
        </a:p>
      </dsp:txBody>
      <dsp:txXfrm>
        <a:off x="21386" y="21386"/>
        <a:ext cx="6368024" cy="687386"/>
      </dsp:txXfrm>
    </dsp:sp>
    <dsp:sp modelId="{E974A7BD-D0BE-4004-8586-AD5AFA962273}">
      <dsp:nvSpPr>
        <dsp:cNvPr id="0" name=""/>
        <dsp:cNvSpPr/>
      </dsp:nvSpPr>
      <dsp:spPr>
        <a:xfrm>
          <a:off x="540750" y="848822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338703"/>
            <a:satOff val="-1658"/>
            <a:lumOff val="9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Type onduleur ?</a:t>
          </a:r>
          <a:endParaRPr lang="en-US" sz="1900" kern="1200" dirty="0"/>
        </a:p>
      </dsp:txBody>
      <dsp:txXfrm>
        <a:off x="562136" y="870208"/>
        <a:ext cx="6183226" cy="687386"/>
      </dsp:txXfrm>
    </dsp:sp>
    <dsp:sp modelId="{CFF0D523-2787-44E9-B992-BC95CA64BFBB}">
      <dsp:nvSpPr>
        <dsp:cNvPr id="0" name=""/>
        <dsp:cNvSpPr/>
      </dsp:nvSpPr>
      <dsp:spPr>
        <a:xfrm>
          <a:off x="1081500" y="1663137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Modbus</a:t>
          </a:r>
          <a:endParaRPr lang="en-US" sz="1900" kern="1200"/>
        </a:p>
      </dsp:txBody>
      <dsp:txXfrm>
        <a:off x="1102886" y="1684523"/>
        <a:ext cx="6183226" cy="687386"/>
      </dsp:txXfrm>
    </dsp:sp>
    <dsp:sp modelId="{C4D56E9A-A468-419E-8693-EDA4E0A8BA57}">
      <dsp:nvSpPr>
        <dsp:cNvPr id="0" name=""/>
        <dsp:cNvSpPr/>
      </dsp:nvSpPr>
      <dsp:spPr>
        <a:xfrm>
          <a:off x="1622250" y="2494706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016110"/>
            <a:satOff val="-4974"/>
            <a:lumOff val="27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Crée un fichier csv toutes les 10 mins avec les valeurs demandées </a:t>
          </a:r>
          <a:endParaRPr lang="en-US" sz="1900" kern="1200"/>
        </a:p>
      </dsp:txBody>
      <dsp:txXfrm>
        <a:off x="1643636" y="2516092"/>
        <a:ext cx="6183226" cy="687386"/>
      </dsp:txXfrm>
    </dsp:sp>
    <dsp:sp modelId="{C8BD05CC-ACE5-4C65-9BCC-EC4932773210}">
      <dsp:nvSpPr>
        <dsp:cNvPr id="0" name=""/>
        <dsp:cNvSpPr/>
      </dsp:nvSpPr>
      <dsp:spPr>
        <a:xfrm>
          <a:off x="2163000" y="3326275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Envoie toutes les 59 min du dernier fichier csv compressé sur le serveur FTP</a:t>
          </a:r>
          <a:endParaRPr lang="en-US" sz="1900" kern="1200"/>
        </a:p>
      </dsp:txBody>
      <dsp:txXfrm>
        <a:off x="2184386" y="3347661"/>
        <a:ext cx="6183226" cy="687386"/>
      </dsp:txXfrm>
    </dsp:sp>
    <dsp:sp modelId="{D77E6AAC-3672-4C0E-97DB-4E97D6776C98}">
      <dsp:nvSpPr>
        <dsp:cNvPr id="0" name=""/>
        <dsp:cNvSpPr/>
      </dsp:nvSpPr>
      <dsp:spPr>
        <a:xfrm>
          <a:off x="6766748" y="53342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873533" y="533421"/>
        <a:ext cx="261032" cy="357138"/>
      </dsp:txXfrm>
    </dsp:sp>
    <dsp:sp modelId="{C81D8BA1-2900-4B6D-86C8-56D04667F268}">
      <dsp:nvSpPr>
        <dsp:cNvPr id="0" name=""/>
        <dsp:cNvSpPr/>
      </dsp:nvSpPr>
      <dsp:spPr>
        <a:xfrm>
          <a:off x="7307498" y="1364990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43256"/>
            <a:satOff val="-1571"/>
            <a:lumOff val="-3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543256"/>
              <a:satOff val="-1571"/>
              <a:lumOff val="-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414283" y="1364990"/>
        <a:ext cx="261032" cy="357138"/>
      </dsp:txXfrm>
    </dsp:sp>
    <dsp:sp modelId="{F313765D-7540-4C3F-ADE8-8E0496243055}">
      <dsp:nvSpPr>
        <dsp:cNvPr id="0" name=""/>
        <dsp:cNvSpPr/>
      </dsp:nvSpPr>
      <dsp:spPr>
        <a:xfrm>
          <a:off x="7848248" y="2184389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086513"/>
            <a:satOff val="-3142"/>
            <a:lumOff val="-6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086513"/>
              <a:satOff val="-3142"/>
              <a:lumOff val="-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5033" y="2184389"/>
        <a:ext cx="261032" cy="357138"/>
      </dsp:txXfrm>
    </dsp:sp>
    <dsp:sp modelId="{A62EAD9E-E5AD-42EE-A5D2-A1F1BAFA25A9}">
      <dsp:nvSpPr>
        <dsp:cNvPr id="0" name=""/>
        <dsp:cNvSpPr/>
      </dsp:nvSpPr>
      <dsp:spPr>
        <a:xfrm>
          <a:off x="8388998" y="302407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495783" y="3024071"/>
        <a:ext cx="261032" cy="357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AB82204-6F6F-8D1B-1EF5-520E551AD7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E4B9C1E-E081-D83E-7771-DB66EEC093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EEA3E-003A-4608-A911-2EA15F2E9369}" type="datetime1">
              <a:rPr lang="fr-FR" smtClean="0"/>
              <a:t>23/02/2023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F1E6EC1-325F-AA92-54BB-83424FE38E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1A5CDB-16D3-A232-C21C-715E0402F2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62659-491A-4D14-AF38-28CD05E3B9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78950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1E330-0A44-4F86-BC29-FE51EEF64DEB}" type="datetime1">
              <a:rPr lang="fr-FR" smtClean="0"/>
              <a:t>23/02/2023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B71B1-E4EF-4098-84DE-CC376B6258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659889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C766-F564-4506-890D-BD2B7913D455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64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3E91-207E-421E-8CB2-993CE5BF03A3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45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CE98-88B0-4CC7-B021-C10EB1D46E1F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05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79C6-B2ED-4FDC-B8D2-B49D700974FA}" type="datetime1">
              <a:rPr lang="fr-FR" smtClean="0"/>
              <a:t>23/02/2023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81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4FE08-A0C5-49CF-A112-2C5F585A2FB6}" type="datetime1">
              <a:rPr lang="fr-FR" smtClean="0"/>
              <a:t>23/02/2023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997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EA2C-6683-4CEE-8339-0682E4D64F54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83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3490-53EB-4BA6-8E97-250F295AC168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95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DB60-2D80-47B2-9638-D0FCBFF290CC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65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77E8A-7BC9-42E0-9907-7585CAFF1086}" type="datetime1">
              <a:rPr lang="fr-FR" smtClean="0"/>
              <a:t>23/02/2023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27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B0AB7-2D28-45C3-AF6B-035B4B87225F}" type="datetime1">
              <a:rPr lang="fr-FR" smtClean="0"/>
              <a:t>23/02/2023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55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456A-03D3-418B-A16F-3DA5A879A4FD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014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D443-AA7E-4431-8230-D0165C7763E3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0849725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4B0-4BD4-4C0E-8038-C7CCE0EAB2B1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741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56AA-2461-4ADB-915A-17B043FA50AC}" type="datetime1">
              <a:rPr lang="fr-FR" smtClean="0"/>
              <a:t>23/02/2023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752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5AD-EFCC-402E-9D62-254D76FECFEE}" type="datetime1">
              <a:rPr lang="fr-FR" smtClean="0"/>
              <a:t>23/02/2023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365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D1481-3188-4B1C-B94D-103CDC2BBCBF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098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233-B43A-4780-8DD2-8674CFD4055B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01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46BD443-AA7E-4431-8230-D0165C7763E3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C076E-1A56-4EA5-B17A-62E571BFB2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84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billetdd.com/tag/panneaux-photovoltaiques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masolar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89C6EB0C-6ACB-E321-49D2-A27248D607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413"/>
          <a:stretch/>
        </p:blipFill>
        <p:spPr>
          <a:xfrm>
            <a:off x="10410" y="5205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637D466-7F43-CC0E-ACD3-E62160F18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562" y="1821162"/>
            <a:ext cx="11604938" cy="21121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dirty="0">
                <a:solidFill>
                  <a:schemeClr val="tx1"/>
                </a:solidFill>
              </a:rPr>
              <a:t>Traitement et acquisition de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6128BAC-D5AB-F7FA-72FB-0978273CE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585" y="4180727"/>
            <a:ext cx="11141670" cy="86142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Développement d’une solution de traitement et d’acquisition de données : projet datalogger </a:t>
            </a:r>
          </a:p>
        </p:txBody>
      </p:sp>
      <p:sp>
        <p:nvSpPr>
          <p:cNvPr id="24" name="Espace réservé de la date 23">
            <a:extLst>
              <a:ext uri="{FF2B5EF4-FFF2-40B4-BE49-F238E27FC236}">
                <a16:creationId xmlns:a16="http://schemas.microsoft.com/office/drawing/2014/main" id="{D185739E-5342-A8E7-574D-2EBAE484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5412" y="6547996"/>
            <a:ext cx="990599" cy="304799"/>
          </a:xfrm>
        </p:spPr>
        <p:txBody>
          <a:bodyPr/>
          <a:lstStyle/>
          <a:p>
            <a:fld id="{D1FEEF3C-FCAF-4194-AA6D-FABCD9F35982}" type="datetime1">
              <a:rPr lang="fr-FR" smtClean="0"/>
              <a:t>23/02/2023</a:t>
            </a:fld>
            <a:endParaRPr lang="fr-FR" dirty="0"/>
          </a:p>
        </p:txBody>
      </p:sp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1B911675-838B-2CED-259E-6180C7AC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1</a:t>
            </a:fld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4B99C1E-AE78-9554-4D46-A9C713D90F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641" y="5535126"/>
            <a:ext cx="2053336" cy="88017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88D699F6-C8E9-3445-EAE3-8093D5D8F0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64" y="74801"/>
            <a:ext cx="2276369" cy="83530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B4F7BF1-9081-4443-BB4E-1D05D95D60F2}"/>
              </a:ext>
            </a:extLst>
          </p:cNvPr>
          <p:cNvSpPr txBox="1"/>
          <p:nvPr/>
        </p:nvSpPr>
        <p:spPr>
          <a:xfrm>
            <a:off x="454585" y="5328884"/>
            <a:ext cx="8216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INZOUDDINE Monia Ener04 Filière RCEE</a:t>
            </a:r>
          </a:p>
          <a:p>
            <a:r>
              <a:rPr lang="fr-FR" dirty="0"/>
              <a:t>Tuteur en entreprise Lionel CASSIN</a:t>
            </a:r>
          </a:p>
          <a:p>
            <a:r>
              <a:rPr lang="fr-FR" dirty="0"/>
              <a:t>Tuteur UTBM Damien PAIRE </a:t>
            </a:r>
          </a:p>
          <a:p>
            <a:r>
              <a:rPr lang="fr-FR" dirty="0"/>
              <a:t>Soutenance ST44 A22</a:t>
            </a:r>
          </a:p>
        </p:txBody>
      </p:sp>
    </p:spTree>
    <p:extLst>
      <p:ext uri="{BB962C8B-B14F-4D97-AF65-F5344CB8AC3E}">
        <p14:creationId xmlns:p14="http://schemas.microsoft.com/office/powerpoint/2010/main" val="355544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4D9AFF-1D5B-8CA3-0765-5096335A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fr-FR" sz="3200">
                <a:solidFill>
                  <a:srgbClr val="F2F2F2"/>
                </a:solidFill>
              </a:rPr>
              <a:t>Sommaire </a:t>
            </a:r>
            <a:br>
              <a:rPr lang="fr-FR" sz="3200">
                <a:solidFill>
                  <a:srgbClr val="F2F2F2"/>
                </a:solidFill>
              </a:rPr>
            </a:br>
            <a:endParaRPr lang="fr-FR" sz="3200">
              <a:solidFill>
                <a:srgbClr val="F2F2F2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2C1864-E9D1-9CAB-36DF-81B9ED3A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BFC076E-1A56-4EA5-B17A-62E571BFB262}" type="slidenum">
              <a:rPr lang="fr-F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06A2CC-F945-8741-5946-60150287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4068" y="6355080"/>
            <a:ext cx="2290232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93C0B02C-8B29-4293-A3E2-60E87FE752BD}" type="datetime1">
              <a:rPr lang="fr-FR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23/02/2023</a:t>
            </a:fld>
            <a:endParaRPr lang="fr-FR">
              <a:solidFill>
                <a:schemeClr val="accent1"/>
              </a:solidFill>
            </a:endParaRPr>
          </a:p>
        </p:txBody>
      </p:sp>
      <p:graphicFrame>
        <p:nvGraphicFramePr>
          <p:cNvPr id="17" name="Espace réservé du contenu 2">
            <a:extLst>
              <a:ext uri="{FF2B5EF4-FFF2-40B4-BE49-F238E27FC236}">
                <a16:creationId xmlns:a16="http://schemas.microsoft.com/office/drawing/2014/main" id="{C4EA0C10-F6BF-3B18-6DA8-F19392474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710667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7433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558415-D18D-2FD4-72B7-F463FC65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5629222" cy="1400530"/>
          </a:xfrm>
        </p:spPr>
        <p:txBody>
          <a:bodyPr>
            <a:normAutofit/>
          </a:bodyPr>
          <a:lstStyle/>
          <a:p>
            <a:r>
              <a:rPr lang="fr-FR" dirty="0"/>
              <a:t>1 Présentation de la société Emasolar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DF1A5A8-1F9D-41FB-9968-E8E141CC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2FF8A507-56A2-4FE4-8B7E-C1BC9DD86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A2377C9-5B62-9300-03A3-AEF1E370E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921" y="647699"/>
            <a:ext cx="3209780" cy="3242202"/>
          </a:xfrm>
          <a:prstGeom prst="rect">
            <a:avLst/>
          </a:prstGeom>
          <a:effectLst/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CC54B50-93BD-4243-9020-11486472E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653A40-1ABB-F4EB-CFAF-BB2E2087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BFC076E-1A56-4EA5-B17A-62E571BFB262}" type="slidenum">
              <a:rPr lang="fr-FR" smtClean="0"/>
              <a:pPr>
                <a:spcAft>
                  <a:spcPts val="600"/>
                </a:spcAft>
              </a:pPr>
              <a:t>3</a:t>
            </a:fld>
            <a:endParaRPr lang="fr-FR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2F46EBD-BBEF-C87A-2A17-9B8E17D16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978325"/>
            <a:ext cx="5628635" cy="4270074"/>
          </a:xfrm>
        </p:spPr>
        <p:txBody>
          <a:bodyPr>
            <a:normAutofit/>
          </a:bodyPr>
          <a:lstStyle/>
          <a:p>
            <a:r>
              <a:rPr lang="fr-FR" dirty="0"/>
              <a:t>Maintenance des centrales photovoltaïques : maintenances préventives et curatives</a:t>
            </a:r>
            <a:endParaRPr lang="fr-FR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Intervient partout en France</a:t>
            </a:r>
          </a:p>
          <a:p>
            <a:pPr>
              <a:spcAft>
                <a:spcPts val="600"/>
              </a:spcAft>
            </a:pP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fr-FR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Lyon </a:t>
            </a: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siège social (69)</a:t>
            </a:r>
          </a:p>
          <a:p>
            <a:pPr>
              <a:spcAft>
                <a:spcPts val="600"/>
              </a:spcAft>
            </a:pP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fr-FR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Montpellier </a:t>
            </a: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(34)</a:t>
            </a:r>
          </a:p>
          <a:p>
            <a:pPr>
              <a:spcAft>
                <a:spcPts val="600"/>
              </a:spcAft>
            </a:pP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fr-FR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Nantes</a:t>
            </a: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(49)</a:t>
            </a:r>
          </a:p>
          <a:p>
            <a:pPr>
              <a:spcAft>
                <a:spcPts val="600"/>
              </a:spcAft>
            </a:pP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fr-FR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Troyes </a:t>
            </a: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 </a:t>
            </a:r>
          </a:p>
          <a:p>
            <a:pPr>
              <a:spcAft>
                <a:spcPts val="600"/>
              </a:spcAft>
            </a:pP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fr-FR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Toulouse</a:t>
            </a:r>
            <a:r>
              <a:rPr lang="fr-FR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(31)</a:t>
            </a:r>
          </a:p>
          <a:p>
            <a:pPr marL="0" indent="0">
              <a:spcAft>
                <a:spcPts val="600"/>
              </a:spcAft>
              <a:buNone/>
            </a:pPr>
            <a:endParaRPr lang="fr-F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A4DBD9-3861-BAFD-ED5D-513D56737F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37" y="6381750"/>
            <a:ext cx="2790444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F5ECFBB-1E38-419F-A58C-7891E1DBCABB}" type="datetime1">
              <a:rPr lang="fr-FR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23/02/2023</a:t>
            </a:fld>
            <a:endParaRPr lang="fr-FR">
              <a:solidFill>
                <a:schemeClr val="accent1"/>
              </a:solidFill>
            </a:endParaRPr>
          </a:p>
        </p:txBody>
      </p:sp>
      <p:pic>
        <p:nvPicPr>
          <p:cNvPr id="10" name="Espace réservé du contenu 9" descr="Une image contenant carte&#10;&#10;Description générée automatiquement">
            <a:extLst>
              <a:ext uri="{FF2B5EF4-FFF2-40B4-BE49-F238E27FC236}">
                <a16:creationId xmlns:a16="http://schemas.microsoft.com/office/drawing/2014/main" id="{73F88632-0CA8-5A4B-8B77-587E5A8EB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34209" y="4085841"/>
            <a:ext cx="2239205" cy="2162557"/>
          </a:xfrm>
          <a:prstGeom prst="rect">
            <a:avLst/>
          </a:prstGeom>
          <a:noFill/>
          <a:effectLst/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2390C4CC-0B75-D65E-C22C-23D04666ABBA}"/>
              </a:ext>
            </a:extLst>
          </p:cNvPr>
          <p:cNvSpPr txBox="1"/>
          <p:nvPr/>
        </p:nvSpPr>
        <p:spPr>
          <a:xfrm>
            <a:off x="7659172" y="6152331"/>
            <a:ext cx="4078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Emplacement des agences EMASOLAR</a:t>
            </a:r>
            <a:endParaRPr lang="fr-FR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D5859D4-62D9-1D9B-8D0A-AB3D1EDE6F65}"/>
              </a:ext>
            </a:extLst>
          </p:cNvPr>
          <p:cNvSpPr txBox="1"/>
          <p:nvPr/>
        </p:nvSpPr>
        <p:spPr>
          <a:xfrm>
            <a:off x="7286445" y="3684223"/>
            <a:ext cx="4905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Organigramme du siège social à Lyon  de Emasolar</a:t>
            </a:r>
            <a:endParaRPr lang="fr-FR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4476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C063658-D7A9-4A59-9E1F-069655F97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Freeform 7">
            <a:extLst>
              <a:ext uri="{FF2B5EF4-FFF2-40B4-BE49-F238E27FC236}">
                <a16:creationId xmlns:a16="http://schemas.microsoft.com/office/drawing/2014/main" id="{ABC78E0B-AF79-47D0-A798-21438D85B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6765BD9F-602E-9AC5-B97C-BB8D430A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2 </a:t>
            </a:r>
            <a:r>
              <a:rPr lang="en-US" sz="3600" dirty="0" err="1"/>
              <a:t>Présentation</a:t>
            </a:r>
            <a:r>
              <a:rPr lang="en-US" sz="3600" dirty="0"/>
              <a:t> du </a:t>
            </a:r>
            <a:r>
              <a:rPr lang="en-US" sz="3600" dirty="0" err="1"/>
              <a:t>projet</a:t>
            </a:r>
            <a:r>
              <a:rPr lang="en-US" sz="3600" dirty="0"/>
              <a:t> « datalogger » et son </a:t>
            </a:r>
            <a:r>
              <a:rPr lang="en-US" sz="3600" dirty="0" err="1"/>
              <a:t>contexte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AC0E2D-0C1C-F514-0831-F4732DCE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2BFC076E-1A56-4EA5-B17A-62E571BFB262}" type="slidenum">
              <a:rPr lang="en-US" smtClean="0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26" name="Image 25" descr="Une image contenant texte, équipement électronique&#10;&#10;Description générée automatiquement">
            <a:extLst>
              <a:ext uri="{FF2B5EF4-FFF2-40B4-BE49-F238E27FC236}">
                <a16:creationId xmlns:a16="http://schemas.microsoft.com/office/drawing/2014/main" id="{9CE0ACE6-C920-2B5E-BA8A-8FEB94990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5" y="2710969"/>
            <a:ext cx="2657262" cy="1426145"/>
          </a:xfrm>
          <a:prstGeom prst="rect">
            <a:avLst/>
          </a:prstGeom>
          <a:effectLst/>
        </p:spPr>
      </p:pic>
      <p:pic>
        <p:nvPicPr>
          <p:cNvPr id="23" name="Image 22" descr="Une image contenant équipement électronique, circuit&#10;&#10;Description générée automatiquement">
            <a:extLst>
              <a:ext uri="{FF2B5EF4-FFF2-40B4-BE49-F238E27FC236}">
                <a16:creationId xmlns:a16="http://schemas.microsoft.com/office/drawing/2014/main" id="{280AA54D-CA47-2FEE-2CCC-07DC38931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14" y="5166026"/>
            <a:ext cx="3768541" cy="1215353"/>
          </a:xfrm>
          <a:prstGeom prst="rect">
            <a:avLst/>
          </a:prstGeom>
          <a:effectLst/>
        </p:spPr>
      </p:pic>
      <p:pic>
        <p:nvPicPr>
          <p:cNvPr id="17" name="Espace réservé du contenu 16" descr="Une image contenant texte, équipement électronique, circuit&#10;&#10;Description générée automatiquement">
            <a:extLst>
              <a:ext uri="{FF2B5EF4-FFF2-40B4-BE49-F238E27FC236}">
                <a16:creationId xmlns:a16="http://schemas.microsoft.com/office/drawing/2014/main" id="{3D20EF07-6F9F-7F14-AAED-B379091FA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885" y="3568650"/>
            <a:ext cx="2636226" cy="1621279"/>
          </a:xfrm>
          <a:prstGeom prst="rect">
            <a:avLst/>
          </a:prstGeom>
          <a:effectLst/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FF8B2854-C618-DC85-C024-B7EDBA27E7C3}"/>
              </a:ext>
            </a:extLst>
          </p:cNvPr>
          <p:cNvSpPr txBox="1"/>
          <p:nvPr/>
        </p:nvSpPr>
        <p:spPr>
          <a:xfrm>
            <a:off x="6427526" y="2548281"/>
            <a:ext cx="5114093" cy="3654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Alimentation </a:t>
            </a:r>
          </a:p>
          <a:p>
            <a:pPr marL="342900" lvl="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Entrées </a:t>
            </a:r>
            <a:r>
              <a:rPr lang="en-US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diverses</a:t>
            </a: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(</a:t>
            </a:r>
            <a:r>
              <a:rPr lang="en-US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analogiques</a:t>
            </a: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ou</a:t>
            </a: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TOR)</a:t>
            </a:r>
          </a:p>
          <a:p>
            <a:pPr marL="342900" lvl="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Port WAN et LAN</a:t>
            </a:r>
          </a:p>
          <a:p>
            <a:pPr marL="342900" lvl="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Branchement</a:t>
            </a: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antenne</a:t>
            </a: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GPRS</a:t>
            </a:r>
          </a:p>
          <a:p>
            <a:pPr marL="342900" lvl="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Emplacement carte sim</a:t>
            </a:r>
          </a:p>
          <a:p>
            <a:pPr marL="342900" lvl="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Sortie RS485 </a:t>
            </a:r>
          </a:p>
          <a:p>
            <a:pPr marL="342900" lvl="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Kit de </a:t>
            </a:r>
            <a:r>
              <a:rPr lang="en-US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développement</a:t>
            </a: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logiciel</a:t>
            </a: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langage</a:t>
            </a: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python  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A5A5E8B5-6E2B-6A07-F3C6-A863C813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99" y="6381379"/>
            <a:ext cx="2790444" cy="304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spcAft>
                <a:spcPts val="600"/>
              </a:spcAft>
            </a:pPr>
            <a:fld id="{1BA46452-EDB5-4F8F-B19E-8EF1C969F778}" type="datetime1">
              <a:rPr lang="fr-FR">
                <a:solidFill>
                  <a:schemeClr val="accent1"/>
                </a:solidFill>
              </a:rPr>
              <a:pPr algn="r" defTabSz="914400">
                <a:spcAft>
                  <a:spcPts val="600"/>
                </a:spcAft>
              </a:pPr>
              <a:t>23/02/2023</a:t>
            </a:fld>
            <a:endParaRPr lang="fr-FR">
              <a:solidFill>
                <a:schemeClr val="accent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BC88D85-A369-8365-DFF7-97BD2DA35BA3}"/>
              </a:ext>
            </a:extLst>
          </p:cNvPr>
          <p:cNvSpPr txBox="1"/>
          <p:nvPr/>
        </p:nvSpPr>
        <p:spPr>
          <a:xfrm>
            <a:off x="4203940" y="5336875"/>
            <a:ext cx="216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2"/>
                </a:solidFill>
              </a:rPr>
              <a:t>Rasberry</a:t>
            </a:r>
            <a:r>
              <a:rPr lang="fr-FR" dirty="0">
                <a:solidFill>
                  <a:schemeClr val="bg2"/>
                </a:solidFill>
              </a:rPr>
              <a:t> pi 4B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D4E89F3-62D1-8702-E6E5-1BD98CA8C8D7}"/>
              </a:ext>
            </a:extLst>
          </p:cNvPr>
          <p:cNvSpPr txBox="1"/>
          <p:nvPr/>
        </p:nvSpPr>
        <p:spPr>
          <a:xfrm>
            <a:off x="898063" y="4096579"/>
            <a:ext cx="216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RS485 Can Hat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ABF7E5B-B138-5BBC-A1A3-BBD58468C5A7}"/>
              </a:ext>
            </a:extLst>
          </p:cNvPr>
          <p:cNvSpPr txBox="1"/>
          <p:nvPr/>
        </p:nvSpPr>
        <p:spPr>
          <a:xfrm>
            <a:off x="3608622" y="6250357"/>
            <a:ext cx="216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Module SIM 800L</a:t>
            </a:r>
          </a:p>
        </p:txBody>
      </p:sp>
    </p:spTree>
    <p:extLst>
      <p:ext uri="{BB962C8B-B14F-4D97-AF65-F5344CB8AC3E}">
        <p14:creationId xmlns:p14="http://schemas.microsoft.com/office/powerpoint/2010/main" val="130442157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10049FB-9EB9-40A5-B47A-F88DBA104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9053E132-12E5-44D2-AA0E-9353E65A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900"/>
              <a:t>3 Partie électronique : recherche hardware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BFC076E-1A56-4EA5-B17A-62E571BFB262}" type="slidenum">
              <a:rPr lang="fr-FR" smtClean="0"/>
              <a:pPr>
                <a:spcAft>
                  <a:spcPts val="600"/>
                </a:spcAft>
              </a:pPr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70F4650-9A57-4787-906C-717B9A032A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8" r="17570" b="2"/>
          <a:stretch/>
        </p:blipFill>
        <p:spPr bwMode="auto">
          <a:xfrm>
            <a:off x="8331888" y="2133429"/>
            <a:ext cx="2708194" cy="3662018"/>
          </a:xfrm>
          <a:prstGeom prst="rect">
            <a:avLst/>
          </a:prstGeom>
          <a:noFill/>
          <a:effectLst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99" y="6381379"/>
            <a:ext cx="2790444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58EB3E91-207E-421E-8CB2-993CE5BF03A3}" type="datetime1">
              <a:rPr lang="fr-FR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23/02/2023</a:t>
            </a:fld>
            <a:endParaRPr lang="fr-FR">
              <a:solidFill>
                <a:schemeClr val="accent1"/>
              </a:solidFill>
            </a:endParaRPr>
          </a:p>
        </p:txBody>
      </p:sp>
      <p:pic>
        <p:nvPicPr>
          <p:cNvPr id="9" name="Image 8" descr="Une image contenant intérieur, guichet, équipement électronique&#10;&#10;Description générée automatiquement">
            <a:extLst>
              <a:ext uri="{FF2B5EF4-FFF2-40B4-BE49-F238E27FC236}">
                <a16:creationId xmlns:a16="http://schemas.microsoft.com/office/drawing/2014/main" id="{FB3E6002-92ED-2B12-20CE-316DDDADC3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511" t="6360" r="5564"/>
          <a:stretch/>
        </p:blipFill>
        <p:spPr bwMode="auto">
          <a:xfrm>
            <a:off x="1804247" y="2286162"/>
            <a:ext cx="3335630" cy="29648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D8FF1A7-F183-0D19-D318-E6636D1D64FA}"/>
              </a:ext>
            </a:extLst>
          </p:cNvPr>
          <p:cNvSpPr txBox="1"/>
          <p:nvPr/>
        </p:nvSpPr>
        <p:spPr>
          <a:xfrm>
            <a:off x="2267937" y="5507551"/>
            <a:ext cx="2752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95000"/>
                    <a:lumOff val="5000"/>
                  </a:schemeClr>
                </a:solidFill>
              </a:rPr>
              <a:t>Routeur </a:t>
            </a:r>
            <a:r>
              <a:rPr lang="fr-FR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Wlink</a:t>
            </a:r>
            <a:r>
              <a:rPr lang="fr-FR" dirty="0">
                <a:solidFill>
                  <a:schemeClr val="bg1">
                    <a:lumMod val="95000"/>
                    <a:lumOff val="5000"/>
                  </a:schemeClr>
                </a:solidFill>
              </a:rPr>
              <a:t> R220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6554676-3BDE-7417-3D40-932FFD911DEA}"/>
              </a:ext>
            </a:extLst>
          </p:cNvPr>
          <p:cNvSpPr txBox="1"/>
          <p:nvPr/>
        </p:nvSpPr>
        <p:spPr>
          <a:xfrm>
            <a:off x="8332307" y="5795447"/>
            <a:ext cx="2752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95000"/>
                    <a:lumOff val="5000"/>
                  </a:schemeClr>
                </a:solidFill>
              </a:rPr>
              <a:t>Routeur </a:t>
            </a:r>
            <a:r>
              <a:rPr lang="fr-FR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Milesight</a:t>
            </a:r>
            <a:r>
              <a:rPr lang="fr-FR" dirty="0">
                <a:solidFill>
                  <a:schemeClr val="bg1">
                    <a:lumMod val="95000"/>
                    <a:lumOff val="5000"/>
                  </a:schemeClr>
                </a:solidFill>
              </a:rPr>
              <a:t> UR32</a:t>
            </a:r>
          </a:p>
        </p:txBody>
      </p:sp>
    </p:spTree>
    <p:extLst>
      <p:ext uri="{BB962C8B-B14F-4D97-AF65-F5344CB8AC3E}">
        <p14:creationId xmlns:p14="http://schemas.microsoft.com/office/powerpoint/2010/main" val="271629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3322912" cy="16419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600" b="0" i="0"/>
              <a:t>4 Partie informatique</a:t>
            </a:r>
            <a:br>
              <a:rPr lang="en-US" sz="3600"/>
            </a:br>
            <a:endParaRPr lang="fr-FR" sz="3600"/>
          </a:p>
        </p:txBody>
      </p:sp>
      <p:pic>
        <p:nvPicPr>
          <p:cNvPr id="1026" name="Picture 2" descr="Langage Python : c'est quoi ? Que peut-on faire avec en 2022 ?">
            <a:extLst>
              <a:ext uri="{FF2B5EF4-FFF2-40B4-BE49-F238E27FC236}">
                <a16:creationId xmlns:a16="http://schemas.microsoft.com/office/drawing/2014/main" id="{5FA0C27D-10DF-2207-A160-AFCF469F67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5" r="11578" b="17"/>
          <a:stretch/>
        </p:blipFill>
        <p:spPr bwMode="auto">
          <a:xfrm>
            <a:off x="4619544" y="609601"/>
            <a:ext cx="6924756" cy="563879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0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BFC076E-1A56-4EA5-B17A-62E571BFB262}" type="slidenum">
              <a:rPr lang="fr-FR" smtClean="0"/>
              <a:pPr>
                <a:spcAft>
                  <a:spcPts val="600"/>
                </a:spcAft>
              </a:pPr>
              <a:t>6</a:t>
            </a:fld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E7C86-87C5-2057-E628-2CB9367C2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438401"/>
            <a:ext cx="3324141" cy="3809998"/>
          </a:xfrm>
        </p:spPr>
        <p:txBody>
          <a:bodyPr>
            <a:normAutofit/>
          </a:bodyPr>
          <a:lstStyle/>
          <a:p>
            <a:r>
              <a:rPr lang="fr-FR"/>
              <a:t>Scripts pythons</a:t>
            </a:r>
          </a:p>
          <a:p>
            <a:r>
              <a:rPr lang="fr-FR"/>
              <a:t>Scripts shell</a:t>
            </a:r>
          </a:p>
          <a:p>
            <a:r>
              <a:rPr lang="fr-FR"/>
              <a:t>Crontab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53700" y="6355080"/>
            <a:ext cx="990599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58EB3E91-207E-421E-8CB2-993CE5BF03A3}" type="datetime1">
              <a:rPr lang="fr-FR" smtClean="0"/>
              <a:pPr algn="r">
                <a:spcAft>
                  <a:spcPts val="600"/>
                </a:spcAft>
              </a:pPr>
              <a:t>23/02/2023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965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fr-FR" b="0" i="0" dirty="0"/>
              <a:t>4 Partie informatique</a:t>
            </a:r>
            <a:br>
              <a:rPr lang="en-US" dirty="0"/>
            </a:b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BFC076E-1A56-4EA5-B17A-62E571BFB262}" type="slidenum">
              <a:rPr lang="fr-FR" smtClean="0"/>
              <a:pPr>
                <a:spcAft>
                  <a:spcPts val="600"/>
                </a:spcAft>
              </a:pPr>
              <a:t>7</a:t>
            </a:fld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8EB3E91-207E-421E-8CB2-993CE5BF03A3}" type="datetime1">
              <a:rPr lang="fr-FR" smtClean="0"/>
              <a:pPr>
                <a:spcAft>
                  <a:spcPts val="600"/>
                </a:spcAft>
              </a:pPr>
              <a:t>23/02/2023</a:t>
            </a:fld>
            <a:endParaRPr lang="fr-FR"/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F2DFC627-C878-94B9-CF96-5F47F6AD7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3106271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362711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i="0" dirty="0"/>
              <a:t>5 Les difficultés rencontrés</a:t>
            </a:r>
            <a:br>
              <a:rPr lang="fr-FR" b="0" i="0" dirty="0"/>
            </a:br>
            <a:r>
              <a:rPr lang="fr-FR" sz="1800" b="0" i="0" dirty="0"/>
              <a:t>R</a:t>
            </a:r>
            <a:r>
              <a:rPr lang="fr-FR" sz="1800" dirty="0"/>
              <a:t>outeur </a:t>
            </a:r>
            <a:r>
              <a:rPr lang="fr-FR" sz="1800" dirty="0" err="1"/>
              <a:t>Wlink</a:t>
            </a:r>
            <a:r>
              <a:rPr lang="fr-FR" sz="1800" dirty="0"/>
              <a:t> R220</a:t>
            </a:r>
            <a:br>
              <a:rPr lang="fr-FR" dirty="0"/>
            </a:br>
            <a:br>
              <a:rPr lang="en-US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E7C86-87C5-2057-E628-2CB9367C2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10617110" cy="4195481"/>
          </a:xfrm>
        </p:spPr>
        <p:txBody>
          <a:bodyPr/>
          <a:lstStyle/>
          <a:p>
            <a:r>
              <a:rPr lang="fr-FR" dirty="0"/>
              <a:t>3G pas de connexion !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Difficultés à joindre le support technique, délai de réponse assez long (plus d’une semaine) </a:t>
            </a:r>
          </a:p>
          <a:p>
            <a:r>
              <a:rPr lang="fr-FR" dirty="0"/>
              <a:t>Notice pas à jour</a:t>
            </a:r>
          </a:p>
          <a:p>
            <a:r>
              <a:rPr lang="fr-FR" dirty="0"/>
              <a:t>Pas de spécification sur l’installation des paquets pythons</a:t>
            </a:r>
          </a:p>
          <a:p>
            <a:r>
              <a:rPr lang="fr-FR" dirty="0"/>
              <a:t>Taille des paquets pythons 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34953" y="6553201"/>
            <a:ext cx="990599" cy="304799"/>
          </a:xfrm>
        </p:spPr>
        <p:txBody>
          <a:bodyPr/>
          <a:lstStyle/>
          <a:p>
            <a:fld id="{58EB3E91-207E-421E-8CB2-993CE5BF03A3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8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BAA2EC6-7366-84DB-06AD-AFD8E6546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661" y="1872294"/>
            <a:ext cx="3829078" cy="78105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99A1A22-A1F2-5815-5BED-6C1C45692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447" y="5335319"/>
            <a:ext cx="3469183" cy="33319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918BA2D-5BAB-7A01-E025-2D8B647214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67" t="-2118" r="-462" b="2252"/>
          <a:stretch/>
        </p:blipFill>
        <p:spPr>
          <a:xfrm>
            <a:off x="5884059" y="5359176"/>
            <a:ext cx="3619375" cy="276318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5F96F655-6EBC-223F-6E59-69C434A2946F}"/>
              </a:ext>
            </a:extLst>
          </p:cNvPr>
          <p:cNvSpPr txBox="1"/>
          <p:nvPr/>
        </p:nvSpPr>
        <p:spPr>
          <a:xfrm>
            <a:off x="7286446" y="2555214"/>
            <a:ext cx="4433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Connexion 3g routeur </a:t>
            </a:r>
            <a:r>
              <a:rPr lang="fr-FR" dirty="0" err="1"/>
              <a:t>Wlink</a:t>
            </a:r>
            <a:r>
              <a:rPr lang="fr-FR" dirty="0"/>
              <a:t> R220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39C0FEB-E81E-1E13-30F0-FFE9B1E6F783}"/>
              </a:ext>
            </a:extLst>
          </p:cNvPr>
          <p:cNvSpPr txBox="1"/>
          <p:nvPr/>
        </p:nvSpPr>
        <p:spPr>
          <a:xfrm>
            <a:off x="1224951" y="5758829"/>
            <a:ext cx="428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Taille du code python sur ordinateur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B3A51E0-CC04-F504-1D76-F3C86217D638}"/>
              </a:ext>
            </a:extLst>
          </p:cNvPr>
          <p:cNvSpPr txBox="1"/>
          <p:nvPr/>
        </p:nvSpPr>
        <p:spPr>
          <a:xfrm>
            <a:off x="5840082" y="5697005"/>
            <a:ext cx="4638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Taille de la mémoire non volatile  ROM</a:t>
            </a:r>
          </a:p>
        </p:txBody>
      </p:sp>
    </p:spTree>
    <p:extLst>
      <p:ext uri="{BB962C8B-B14F-4D97-AF65-F5344CB8AC3E}">
        <p14:creationId xmlns:p14="http://schemas.microsoft.com/office/powerpoint/2010/main" val="331701569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i="0" dirty="0"/>
              <a:t>6 Les tests et essais réalisés</a:t>
            </a:r>
            <a:br>
              <a:rPr lang="fr-FR" sz="1800" b="0" i="0" dirty="0"/>
            </a:br>
            <a:r>
              <a:rPr lang="fr-FR" sz="1800" b="0" i="0" dirty="0"/>
              <a:t>Premier test : envoi d’un fichier csv sur le serveur FTP</a:t>
            </a:r>
            <a:br>
              <a:rPr lang="fr-FR" sz="1800" b="0" i="0" dirty="0"/>
            </a:br>
            <a:br>
              <a:rPr lang="en-US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E7C86-87C5-2057-E628-2CB9367C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34953" y="6553201"/>
            <a:ext cx="990599" cy="304799"/>
          </a:xfrm>
        </p:spPr>
        <p:txBody>
          <a:bodyPr/>
          <a:lstStyle/>
          <a:p>
            <a:fld id="{58EB3E91-207E-421E-8CB2-993CE5BF03A3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9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6885CC0-BBBF-BF28-5338-EC6281A72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539" y="1985924"/>
            <a:ext cx="5449471" cy="2002681"/>
          </a:xfrm>
          <a:prstGeom prst="rect">
            <a:avLst/>
          </a:prstGeom>
          <a:effectLst/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2CA5FE6-9A59-AAE6-F91C-CE57A5890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539" y="4236036"/>
            <a:ext cx="5565859" cy="153033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82BCB9E-1F6F-574B-221A-BEE18E64C513}"/>
              </a:ext>
            </a:extLst>
          </p:cNvPr>
          <p:cNvSpPr txBox="1"/>
          <p:nvPr/>
        </p:nvSpPr>
        <p:spPr>
          <a:xfrm>
            <a:off x="2015436" y="5833365"/>
            <a:ext cx="6409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Envoi d’un fichier csv sur un serveur FTP (logiciel Filezilla)</a:t>
            </a:r>
          </a:p>
        </p:txBody>
      </p:sp>
    </p:spTree>
    <p:extLst>
      <p:ext uri="{BB962C8B-B14F-4D97-AF65-F5344CB8AC3E}">
        <p14:creationId xmlns:p14="http://schemas.microsoft.com/office/powerpoint/2010/main" val="159575073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i="0" dirty="0"/>
              <a:t>6 Les tests et essais réalisés</a:t>
            </a:r>
            <a:br>
              <a:rPr lang="fr-FR" sz="1800" b="0" i="0" dirty="0"/>
            </a:br>
            <a:r>
              <a:rPr lang="fr-FR" sz="1800" b="0" i="0" dirty="0"/>
              <a:t>Deuxième test : envoi et réception de sms</a:t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E7C86-87C5-2057-E628-2CB9367C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34953" y="6553201"/>
            <a:ext cx="990599" cy="304799"/>
          </a:xfrm>
        </p:spPr>
        <p:txBody>
          <a:bodyPr/>
          <a:lstStyle/>
          <a:p>
            <a:fld id="{58EB3E91-207E-421E-8CB2-993CE5BF03A3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10</a:t>
            </a:fld>
            <a:endParaRPr lang="fr-FR"/>
          </a:p>
        </p:txBody>
      </p:sp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03E27F6A-F11C-F6AF-C3C2-D3159A2E1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66" y="3167507"/>
            <a:ext cx="10773389" cy="324869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2FF81FD-AB2D-2170-6226-0D42108475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931" r="20251"/>
          <a:stretch/>
        </p:blipFill>
        <p:spPr>
          <a:xfrm>
            <a:off x="927066" y="1511054"/>
            <a:ext cx="10773389" cy="169361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09C6A5E-E0A3-F49D-0CDC-72C6571C8F0F}"/>
              </a:ext>
            </a:extLst>
          </p:cNvPr>
          <p:cNvSpPr txBox="1"/>
          <p:nvPr/>
        </p:nvSpPr>
        <p:spPr>
          <a:xfrm>
            <a:off x="2975020" y="6448069"/>
            <a:ext cx="582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Interface routeur </a:t>
            </a:r>
            <a:r>
              <a:rPr lang="fr-FR" dirty="0" err="1"/>
              <a:t>Milesight</a:t>
            </a:r>
            <a:r>
              <a:rPr lang="fr-FR" dirty="0"/>
              <a:t> UR32 partie sms</a:t>
            </a:r>
          </a:p>
        </p:txBody>
      </p:sp>
    </p:spTree>
    <p:extLst>
      <p:ext uri="{BB962C8B-B14F-4D97-AF65-F5344CB8AC3E}">
        <p14:creationId xmlns:p14="http://schemas.microsoft.com/office/powerpoint/2010/main" val="160628373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i="0" dirty="0"/>
              <a:t>6 Les tests et essais réalisés</a:t>
            </a:r>
            <a:br>
              <a:rPr lang="fr-FR" sz="1800" b="0" i="0" dirty="0"/>
            </a:br>
            <a:r>
              <a:rPr lang="fr-FR" sz="1800" b="0" i="0" dirty="0"/>
              <a:t>Troisième test : simulation d’une centrale photovoltaïque</a:t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E7C86-87C5-2057-E628-2CB9367C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34953" y="6553201"/>
            <a:ext cx="990599" cy="304799"/>
          </a:xfrm>
        </p:spPr>
        <p:txBody>
          <a:bodyPr/>
          <a:lstStyle/>
          <a:p>
            <a:fld id="{58EB3E91-207E-421E-8CB2-993CE5BF03A3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11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09C6A5E-E0A3-F49D-0CDC-72C6571C8F0F}"/>
              </a:ext>
            </a:extLst>
          </p:cNvPr>
          <p:cNvSpPr txBox="1"/>
          <p:nvPr/>
        </p:nvSpPr>
        <p:spPr>
          <a:xfrm>
            <a:off x="274750" y="6420286"/>
            <a:ext cx="5314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Simulation d’une centrale photovoltaïque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C1E1C3-064A-DF70-8C50-37370E80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29" y="1662231"/>
            <a:ext cx="2945765" cy="475805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2F767A4-1C10-E149-3B13-2F52EAAB4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257" y="1464165"/>
            <a:ext cx="4906751" cy="3670982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005F78A6-8A25-8528-7B64-292CE28C3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853" y="4746063"/>
            <a:ext cx="7262147" cy="176878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00C4430-ACCC-AAD7-F137-5DE33A35A76D}"/>
              </a:ext>
            </a:extLst>
          </p:cNvPr>
          <p:cNvSpPr txBox="1"/>
          <p:nvPr/>
        </p:nvSpPr>
        <p:spPr>
          <a:xfrm>
            <a:off x="5348472" y="6488668"/>
            <a:ext cx="5314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Interface SSH routeur UR32 </a:t>
            </a:r>
            <a:r>
              <a:rPr lang="fr-FR" dirty="0" err="1"/>
              <a:t>Milesight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226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DB8294-BBF5-4EE7-8D08-DDECD12A1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AA68CD-BBCC-4482-B4F9-3EBE3A75D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B58816D9-9E81-4B2B-95D3-C398BF15E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2F767A4-1C10-E149-3B13-2F52EAAB44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071" y="604737"/>
            <a:ext cx="4432755" cy="3313484"/>
          </a:xfrm>
          <a:prstGeom prst="rect">
            <a:avLst/>
          </a:prstGeom>
          <a:effectLst/>
        </p:spPr>
      </p:pic>
      <p:sp useBgFill="1">
        <p:nvSpPr>
          <p:cNvPr id="34" name="Freeform 5">
            <a:extLst>
              <a:ext uri="{FF2B5EF4-FFF2-40B4-BE49-F238E27FC236}">
                <a16:creationId xmlns:a16="http://schemas.microsoft.com/office/drawing/2014/main" id="{BD26E291-370D-448F-BDB9-9A5999D46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4055532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58" y="4854344"/>
            <a:ext cx="9345155" cy="86180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6 Les tests et </a:t>
            </a:r>
            <a:r>
              <a:rPr lang="en-US" sz="1600" dirty="0" err="1"/>
              <a:t>essais</a:t>
            </a:r>
            <a:r>
              <a:rPr lang="en-US" sz="1600" dirty="0"/>
              <a:t> </a:t>
            </a:r>
            <a:r>
              <a:rPr lang="en-US" sz="1600" dirty="0" err="1"/>
              <a:t>réalisés</a:t>
            </a:r>
            <a:br>
              <a:rPr lang="en-US" sz="1600" dirty="0"/>
            </a:br>
            <a:r>
              <a:rPr lang="en-US" sz="1600" dirty="0" err="1"/>
              <a:t>Troisième</a:t>
            </a:r>
            <a:r>
              <a:rPr lang="en-US" sz="1600" dirty="0"/>
              <a:t> test : simulation </a:t>
            </a:r>
            <a:r>
              <a:rPr lang="en-US" sz="1600" dirty="0" err="1"/>
              <a:t>d’une</a:t>
            </a:r>
            <a:r>
              <a:rPr lang="en-US" sz="1600" dirty="0"/>
              <a:t> centrale </a:t>
            </a:r>
            <a:r>
              <a:rPr lang="en-US" sz="1600" dirty="0" err="1"/>
              <a:t>photovoltaïque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E7C86-87C5-2057-E628-2CB9367C2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5722372"/>
            <a:ext cx="9336758" cy="4817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cap="all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</a:p>
        </p:txBody>
      </p:sp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005F78A6-8A25-8528-7B64-292CE28C32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22" y="1292147"/>
            <a:ext cx="6066537" cy="1744130"/>
          </a:xfrm>
          <a:prstGeom prst="rect">
            <a:avLst/>
          </a:prstGeom>
          <a:effectLst/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2BFC076E-1A56-4EA5-B17A-62E571BFB262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9255716" y="2690623"/>
            <a:ext cx="2790444" cy="304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Aft>
                <a:spcPts val="600"/>
              </a:spcAft>
            </a:pPr>
            <a:fld id="{58EB3E91-207E-421E-8CB2-993CE5BF03A3}" type="datetime1">
              <a:rPr lang="fr-FR">
                <a:solidFill>
                  <a:schemeClr val="bg1">
                    <a:alpha val="60000"/>
                  </a:schemeClr>
                </a:solidFill>
              </a:rPr>
              <a:pPr defTabSz="914400">
                <a:spcAft>
                  <a:spcPts val="600"/>
                </a:spcAft>
              </a:pPr>
              <a:t>23/02/2023</a:t>
            </a:fld>
            <a:endParaRPr lang="fr-FR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9F91B78-111C-AA34-F869-B4A7F483F2F8}"/>
              </a:ext>
            </a:extLst>
          </p:cNvPr>
          <p:cNvSpPr txBox="1"/>
          <p:nvPr/>
        </p:nvSpPr>
        <p:spPr>
          <a:xfrm>
            <a:off x="4289353" y="4000758"/>
            <a:ext cx="259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Les résultats obtenus </a:t>
            </a:r>
          </a:p>
        </p:txBody>
      </p:sp>
    </p:spTree>
    <p:extLst>
      <p:ext uri="{BB962C8B-B14F-4D97-AF65-F5344CB8AC3E}">
        <p14:creationId xmlns:p14="http://schemas.microsoft.com/office/powerpoint/2010/main" val="387203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59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7"/>
            <a:ext cx="9961561" cy="101665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fr-FR" sz="4000" b="0" i="0" dirty="0">
                <a:solidFill>
                  <a:srgbClr val="EBEBEB"/>
                </a:solidFill>
              </a:rPr>
              <a:t>7 Le bilan technique, état d’avancement final et bilan personnel</a:t>
            </a:r>
            <a:br>
              <a:rPr lang="en-US" sz="2000" dirty="0">
                <a:solidFill>
                  <a:srgbClr val="EBEBEB"/>
                </a:solidFill>
              </a:rPr>
            </a:br>
            <a:br>
              <a:rPr lang="en-US" sz="2000" dirty="0">
                <a:solidFill>
                  <a:srgbClr val="EBEBEB"/>
                </a:solidFill>
              </a:rPr>
            </a:br>
            <a:endParaRPr lang="fr-FR" sz="2000" dirty="0">
              <a:solidFill>
                <a:srgbClr val="EBEBEB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BFC076E-1A56-4EA5-B17A-62E571BFB262}" type="slidenum">
              <a:rPr lang="fr-F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fr-FR">
              <a:solidFill>
                <a:srgbClr val="FFFFFF"/>
              </a:solidFill>
            </a:endParaRPr>
          </a:p>
        </p:txBody>
      </p:sp>
      <p:sp useBgFill="1">
        <p:nvSpPr>
          <p:cNvPr id="2061" name="Freeform: Shape 206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E7C86-87C5-2057-E628-2CB9367C2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>
            <a:normAutofit/>
          </a:bodyPr>
          <a:lstStyle/>
          <a:p>
            <a:r>
              <a:rPr lang="fr-FR" dirty="0"/>
              <a:t>Découverte d’une société traitant dans la maintenance photovoltaïque</a:t>
            </a:r>
          </a:p>
          <a:p>
            <a:r>
              <a:rPr lang="fr-FR" dirty="0"/>
              <a:t>Découverte de plusieurs langages informatiques dont le python</a:t>
            </a:r>
          </a:p>
          <a:p>
            <a:r>
              <a:rPr lang="fr-FR" dirty="0"/>
              <a:t>Améliorations du projet datalogger </a:t>
            </a:r>
          </a:p>
          <a:p>
            <a:r>
              <a:rPr lang="fr-FR" dirty="0"/>
              <a:t>Développement de l’autonomie et de la recherche</a:t>
            </a:r>
          </a:p>
          <a:p>
            <a:r>
              <a:rPr lang="fr-FR" dirty="0"/>
              <a:t>Passionnée par les différentes formes d’énergies renouvelables  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62534" y="6355080"/>
            <a:ext cx="2281766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58EB3E91-207E-421E-8CB2-993CE5BF03A3}" type="datetime1">
              <a:rPr lang="fr-FR">
                <a:solidFill>
                  <a:schemeClr val="tx1">
                    <a:alpha val="60000"/>
                  </a:schemeClr>
                </a:solidFill>
              </a:rPr>
              <a:pPr algn="r">
                <a:spcAft>
                  <a:spcPts val="600"/>
                </a:spcAft>
              </a:pPr>
              <a:t>23/02/2023</a:t>
            </a:fld>
            <a:endParaRPr lang="fr-FR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2050" name="Picture 2" descr="Images de Ampoule – Téléchargement gratuit sur Freepik">
            <a:extLst>
              <a:ext uri="{FF2B5EF4-FFF2-40B4-BE49-F238E27FC236}">
                <a16:creationId xmlns:a16="http://schemas.microsoft.com/office/drawing/2014/main" id="{0DD96704-FA38-3843-AF39-E434A071F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78" y="2548281"/>
            <a:ext cx="5121703" cy="366201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7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 Sources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E7C86-87C5-2057-E628-2CB9367C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https://www.emasolar.com/</a:t>
            </a:r>
            <a:endParaRPr lang="fr-FR" dirty="0"/>
          </a:p>
          <a:p>
            <a:r>
              <a:rPr lang="fr-FR" dirty="0"/>
              <a:t>Rapport INZOUDDINE Monia A22 ST40</a:t>
            </a:r>
          </a:p>
          <a:p>
            <a:r>
              <a:rPr lang="fr-FR" dirty="0"/>
              <a:t>Rapport Paul Fleury A21 ST50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34953" y="6553201"/>
            <a:ext cx="990599" cy="304799"/>
          </a:xfrm>
        </p:spPr>
        <p:txBody>
          <a:bodyPr/>
          <a:lstStyle/>
          <a:p>
            <a:fld id="{58EB3E91-207E-421E-8CB2-993CE5BF03A3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207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4AE13-0E47-A8F9-C387-0202AC95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E7C86-87C5-2057-E628-2CB9367C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sz="4400" dirty="0">
                <a:latin typeface="Arial" panose="020B0604020202020204" pitchFamily="34" charset="0"/>
                <a:cs typeface="Arial" panose="020B0604020202020204" pitchFamily="34" charset="0"/>
              </a:rPr>
              <a:t>Merci de votre attention. </a:t>
            </a:r>
          </a:p>
          <a:p>
            <a:pPr marL="0" indent="0" algn="ctr">
              <a:buNone/>
            </a:pPr>
            <a:r>
              <a:rPr lang="fr-FR" sz="4400" dirty="0">
                <a:latin typeface="Arial" panose="020B0604020202020204" pitchFamily="34" charset="0"/>
                <a:cs typeface="Arial" panose="020B0604020202020204" pitchFamily="34" charset="0"/>
              </a:rPr>
              <a:t>Avez-vous des questions ?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3A5E90-1283-DB98-97AA-5A75F349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34953" y="6553201"/>
            <a:ext cx="990599" cy="304799"/>
          </a:xfrm>
        </p:spPr>
        <p:txBody>
          <a:bodyPr/>
          <a:lstStyle/>
          <a:p>
            <a:fld id="{58EB3E91-207E-421E-8CB2-993CE5BF03A3}" type="datetime1">
              <a:rPr lang="fr-FR" smtClean="0"/>
              <a:t>23/02/2023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9FD4C1-07A7-3ABF-BA60-EEBD42D6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76E-1A56-4EA5-B17A-62E571BFB26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01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3130</TotalTime>
  <Words>518</Words>
  <Application>Microsoft Office PowerPoint</Application>
  <PresentationFormat>Grand écran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Ion</vt:lpstr>
      <vt:lpstr>Traitement et acquisition de données</vt:lpstr>
      <vt:lpstr>Sommaire  </vt:lpstr>
      <vt:lpstr>1 Présentation de la société Emasolar</vt:lpstr>
      <vt:lpstr>2 Présentation du projet « datalogger » et son contexte </vt:lpstr>
      <vt:lpstr>3 Partie électronique : recherche hardware </vt:lpstr>
      <vt:lpstr>4 Partie informatique </vt:lpstr>
      <vt:lpstr>4 Partie informatique </vt:lpstr>
      <vt:lpstr>5 Les difficultés rencontrés Routeur Wlink R220  </vt:lpstr>
      <vt:lpstr>6 Les tests et essais réalisés Premier test : envoi d’un fichier csv sur le serveur FTP  </vt:lpstr>
      <vt:lpstr>6 Les tests et essais réalisés Deuxième test : envoi et réception de sms </vt:lpstr>
      <vt:lpstr>6 Les tests et essais réalisés Troisième test : simulation d’une centrale photovoltaïque </vt:lpstr>
      <vt:lpstr>6 Les tests et essais réalisés Troisième test : simulation d’une centrale photovoltaïque </vt:lpstr>
      <vt:lpstr>7 Le bilan technique, état d’avancement final et bilan personnel  </vt:lpstr>
      <vt:lpstr>8 Sources utilisées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Traitement et acquisition de données</dc:title>
  <dc:creator>Monia INZOUDDINE</dc:creator>
  <cp:lastModifiedBy>Monia INZOUDDINE</cp:lastModifiedBy>
  <cp:revision>35</cp:revision>
  <dcterms:created xsi:type="dcterms:W3CDTF">2023-02-20T09:32:50Z</dcterms:created>
  <dcterms:modified xsi:type="dcterms:W3CDTF">2023-02-23T13:21:56Z</dcterms:modified>
</cp:coreProperties>
</file>